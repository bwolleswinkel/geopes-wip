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4" r:id="rId7"/>
    <p:sldId id="262" r:id="rId8"/>
    <p:sldId id="265" r:id="rId9"/>
    <p:sldId id="261" r:id="rId10"/>
    <p:sldId id="263" r:id="rId11"/>
    <p:sldId id="260" r:id="rId12"/>
    <p:sldId id="266" r:id="rId13"/>
    <p:sldId id="267" r:id="rId14"/>
    <p:sldId id="268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BFB444-7DBC-CA44-A6DD-A4B3F7DBDADB}" v="290" dt="2026-02-01T23:25:43.9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675"/>
  </p:normalViewPr>
  <p:slideViewPr>
    <p:cSldViewPr snapToGrid="0">
      <p:cViewPr>
        <p:scale>
          <a:sx n="118" d="100"/>
          <a:sy n="118" d="100"/>
        </p:scale>
        <p:origin x="432" y="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t Wolleswinkel" userId="b168cadc-1825-41ce-b9cc-7c7f06f6f31d" providerId="ADAL" clId="{22248CC1-9068-5BCB-B15B-4353FE48F57D}"/>
    <pc:docChg chg="undo custSel addSld modSld sldOrd">
      <pc:chgData name="Bart Wolleswinkel" userId="b168cadc-1825-41ce-b9cc-7c7f06f6f31d" providerId="ADAL" clId="{22248CC1-9068-5BCB-B15B-4353FE48F57D}" dt="2026-02-01T23:26:34.913" v="2459" actId="1076"/>
      <pc:docMkLst>
        <pc:docMk/>
      </pc:docMkLst>
      <pc:sldChg chg="modSp mod">
        <pc:chgData name="Bart Wolleswinkel" userId="b168cadc-1825-41ce-b9cc-7c7f06f6f31d" providerId="ADAL" clId="{22248CC1-9068-5BCB-B15B-4353FE48F57D}" dt="2026-01-08T12:43:12.113" v="3" actId="5793"/>
        <pc:sldMkLst>
          <pc:docMk/>
          <pc:sldMk cId="2563034518" sldId="256"/>
        </pc:sldMkLst>
        <pc:spChg chg="mod">
          <ac:chgData name="Bart Wolleswinkel" userId="b168cadc-1825-41ce-b9cc-7c7f06f6f31d" providerId="ADAL" clId="{22248CC1-9068-5BCB-B15B-4353FE48F57D}" dt="2026-01-08T12:43:12.113" v="3" actId="5793"/>
          <ac:spMkLst>
            <pc:docMk/>
            <pc:sldMk cId="2563034518" sldId="256"/>
            <ac:spMk id="2" creationId="{11592D63-90DE-8FC5-4122-5EC6AA7A9F3D}"/>
          </ac:spMkLst>
        </pc:spChg>
      </pc:sldChg>
      <pc:sldChg chg="modSp mod">
        <pc:chgData name="Bart Wolleswinkel" userId="b168cadc-1825-41ce-b9cc-7c7f06f6f31d" providerId="ADAL" clId="{22248CC1-9068-5BCB-B15B-4353FE48F57D}" dt="2026-01-08T13:29:15.403" v="11" actId="5793"/>
        <pc:sldMkLst>
          <pc:docMk/>
          <pc:sldMk cId="74253125" sldId="267"/>
        </pc:sldMkLst>
        <pc:spChg chg="mod">
          <ac:chgData name="Bart Wolleswinkel" userId="b168cadc-1825-41ce-b9cc-7c7f06f6f31d" providerId="ADAL" clId="{22248CC1-9068-5BCB-B15B-4353FE48F57D}" dt="2026-01-08T13:28:12.162" v="7" actId="20577"/>
          <ac:spMkLst>
            <pc:docMk/>
            <pc:sldMk cId="74253125" sldId="267"/>
            <ac:spMk id="2" creationId="{41AAC7F8-4717-800F-1167-E97B7F5FBEBE}"/>
          </ac:spMkLst>
        </pc:spChg>
        <pc:spChg chg="mod">
          <ac:chgData name="Bart Wolleswinkel" userId="b168cadc-1825-41ce-b9cc-7c7f06f6f31d" providerId="ADAL" clId="{22248CC1-9068-5BCB-B15B-4353FE48F57D}" dt="2026-01-08T13:29:15.403" v="11" actId="5793"/>
          <ac:spMkLst>
            <pc:docMk/>
            <pc:sldMk cId="74253125" sldId="267"/>
            <ac:spMk id="9" creationId="{A8F04E1F-D9F7-6017-DA7A-5C0C6EBEDBF5}"/>
          </ac:spMkLst>
        </pc:spChg>
      </pc:sldChg>
      <pc:sldChg chg="addSp delSp modSp add mod">
        <pc:chgData name="Bart Wolleswinkel" userId="b168cadc-1825-41ce-b9cc-7c7f06f6f31d" providerId="ADAL" clId="{22248CC1-9068-5BCB-B15B-4353FE48F57D}" dt="2026-01-20T15:24:20.557" v="631" actId="20577"/>
        <pc:sldMkLst>
          <pc:docMk/>
          <pc:sldMk cId="256577611" sldId="270"/>
        </pc:sldMkLst>
        <pc:spChg chg="add mod">
          <ac:chgData name="Bart Wolleswinkel" userId="b168cadc-1825-41ce-b9cc-7c7f06f6f31d" providerId="ADAL" clId="{22248CC1-9068-5BCB-B15B-4353FE48F57D}" dt="2026-01-20T15:09:41.260" v="404" actId="14100"/>
          <ac:spMkLst>
            <pc:docMk/>
            <pc:sldMk cId="256577611" sldId="270"/>
            <ac:spMk id="4" creationId="{917348C7-57B9-4E99-AD65-F46BFABB7BDC}"/>
          </ac:spMkLst>
        </pc:spChg>
        <pc:spChg chg="add mod">
          <ac:chgData name="Bart Wolleswinkel" userId="b168cadc-1825-41ce-b9cc-7c7f06f6f31d" providerId="ADAL" clId="{22248CC1-9068-5BCB-B15B-4353FE48F57D}" dt="2026-01-20T15:00:07.063" v="188" actId="20577"/>
          <ac:spMkLst>
            <pc:docMk/>
            <pc:sldMk cId="256577611" sldId="270"/>
            <ac:spMk id="7" creationId="{85BA688B-34B4-32DA-142F-35253A1C999F}"/>
          </ac:spMkLst>
        </pc:spChg>
        <pc:spChg chg="add mod">
          <ac:chgData name="Bart Wolleswinkel" userId="b168cadc-1825-41ce-b9cc-7c7f06f6f31d" providerId="ADAL" clId="{22248CC1-9068-5BCB-B15B-4353FE48F57D}" dt="2026-01-20T14:57:14.620" v="62" actId="1076"/>
          <ac:spMkLst>
            <pc:docMk/>
            <pc:sldMk cId="256577611" sldId="270"/>
            <ac:spMk id="8" creationId="{0EA53377-0336-69D4-4C28-8C6B9D672000}"/>
          </ac:spMkLst>
        </pc:spChg>
        <pc:spChg chg="add mod">
          <ac:chgData name="Bart Wolleswinkel" userId="b168cadc-1825-41ce-b9cc-7c7f06f6f31d" providerId="ADAL" clId="{22248CC1-9068-5BCB-B15B-4353FE48F57D}" dt="2026-01-20T15:00:02.781" v="185" actId="20577"/>
          <ac:spMkLst>
            <pc:docMk/>
            <pc:sldMk cId="256577611" sldId="270"/>
            <ac:spMk id="12" creationId="{DB83ABB8-1385-0DAA-1310-37D5FCC7751C}"/>
          </ac:spMkLst>
        </pc:spChg>
        <pc:spChg chg="add mod">
          <ac:chgData name="Bart Wolleswinkel" userId="b168cadc-1825-41ce-b9cc-7c7f06f6f31d" providerId="ADAL" clId="{22248CC1-9068-5BCB-B15B-4353FE48F57D}" dt="2026-01-20T14:57:30.301" v="83" actId="20577"/>
          <ac:spMkLst>
            <pc:docMk/>
            <pc:sldMk cId="256577611" sldId="270"/>
            <ac:spMk id="13" creationId="{6363C693-8023-7768-E070-3185FE10916E}"/>
          </ac:spMkLst>
        </pc:spChg>
        <pc:spChg chg="add mod">
          <ac:chgData name="Bart Wolleswinkel" userId="b168cadc-1825-41ce-b9cc-7c7f06f6f31d" providerId="ADAL" clId="{22248CC1-9068-5BCB-B15B-4353FE48F57D}" dt="2026-01-20T14:57:54.187" v="97" actId="14100"/>
          <ac:spMkLst>
            <pc:docMk/>
            <pc:sldMk cId="256577611" sldId="270"/>
            <ac:spMk id="14" creationId="{FE4B07B8-9A93-F7C9-6355-B93263C3B712}"/>
          </ac:spMkLst>
        </pc:spChg>
        <pc:spChg chg="add mod">
          <ac:chgData name="Bart Wolleswinkel" userId="b168cadc-1825-41ce-b9cc-7c7f06f6f31d" providerId="ADAL" clId="{22248CC1-9068-5BCB-B15B-4353FE48F57D}" dt="2026-01-20T14:58:03.362" v="109" actId="20577"/>
          <ac:spMkLst>
            <pc:docMk/>
            <pc:sldMk cId="256577611" sldId="270"/>
            <ac:spMk id="15" creationId="{F1E8F04F-A53F-1A39-7DBC-F3B1B11DAAC6}"/>
          </ac:spMkLst>
        </pc:spChg>
        <pc:spChg chg="add mod">
          <ac:chgData name="Bart Wolleswinkel" userId="b168cadc-1825-41ce-b9cc-7c7f06f6f31d" providerId="ADAL" clId="{22248CC1-9068-5BCB-B15B-4353FE48F57D}" dt="2026-01-20T14:59:33.194" v="158" actId="14100"/>
          <ac:spMkLst>
            <pc:docMk/>
            <pc:sldMk cId="256577611" sldId="270"/>
            <ac:spMk id="16" creationId="{B0AE31C4-FF9E-B043-5D9F-DEEBE2EF5BBB}"/>
          </ac:spMkLst>
        </pc:spChg>
        <pc:spChg chg="add mod">
          <ac:chgData name="Bart Wolleswinkel" userId="b168cadc-1825-41ce-b9cc-7c7f06f6f31d" providerId="ADAL" clId="{22248CC1-9068-5BCB-B15B-4353FE48F57D}" dt="2026-01-20T14:59:31.233" v="157" actId="14100"/>
          <ac:spMkLst>
            <pc:docMk/>
            <pc:sldMk cId="256577611" sldId="270"/>
            <ac:spMk id="17" creationId="{2396B369-61AE-2B9B-4AEE-595ADDD9EE00}"/>
          </ac:spMkLst>
        </pc:spChg>
        <pc:spChg chg="add mod">
          <ac:chgData name="Bart Wolleswinkel" userId="b168cadc-1825-41ce-b9cc-7c7f06f6f31d" providerId="ADAL" clId="{22248CC1-9068-5BCB-B15B-4353FE48F57D}" dt="2026-01-20T14:59:51.801" v="182" actId="20577"/>
          <ac:spMkLst>
            <pc:docMk/>
            <pc:sldMk cId="256577611" sldId="270"/>
            <ac:spMk id="20" creationId="{9C50A6D5-D08A-0CA2-4FF2-55A38401369A}"/>
          </ac:spMkLst>
        </pc:spChg>
        <pc:spChg chg="add mod">
          <ac:chgData name="Bart Wolleswinkel" userId="b168cadc-1825-41ce-b9cc-7c7f06f6f31d" providerId="ADAL" clId="{22248CC1-9068-5BCB-B15B-4353FE48F57D}" dt="2026-01-20T15:00:24.752" v="211" actId="20577"/>
          <ac:spMkLst>
            <pc:docMk/>
            <pc:sldMk cId="256577611" sldId="270"/>
            <ac:spMk id="22" creationId="{838E808A-387B-0DCB-ED63-3C5644865623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3" creationId="{85F70CB0-92B9-9A17-A77D-C0CCAECAF960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6" creationId="{3CE072B6-8D9D-6B93-A397-15A8EA376CC8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7" creationId="{4325BFC3-4F19-DA11-1782-E83C3B951E2F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28" creationId="{B8D2DD00-F8D2-3DF5-49A4-953293535E7F}"/>
          </ac:spMkLst>
        </pc:spChg>
        <pc:spChg chg="add mod">
          <ac:chgData name="Bart Wolleswinkel" userId="b168cadc-1825-41ce-b9cc-7c7f06f6f31d" providerId="ADAL" clId="{22248CC1-9068-5BCB-B15B-4353FE48F57D}" dt="2026-01-20T15:06:41.102" v="273" actId="20577"/>
          <ac:spMkLst>
            <pc:docMk/>
            <pc:sldMk cId="256577611" sldId="270"/>
            <ac:spMk id="29" creationId="{5A1C49CA-87E6-5F5B-47A9-AB5D13E3DB04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0" creationId="{B3468045-8EDB-56D6-845B-9C0F206A8495}"/>
          </ac:spMkLst>
        </pc:spChg>
        <pc:spChg chg="add mod">
          <ac:chgData name="Bart Wolleswinkel" userId="b168cadc-1825-41ce-b9cc-7c7f06f6f31d" providerId="ADAL" clId="{22248CC1-9068-5BCB-B15B-4353FE48F57D}" dt="2026-01-20T15:07:13.821" v="309" actId="20577"/>
          <ac:spMkLst>
            <pc:docMk/>
            <pc:sldMk cId="256577611" sldId="270"/>
            <ac:spMk id="31" creationId="{0EF05441-0683-728E-4A34-EF5A24137268}"/>
          </ac:spMkLst>
        </pc:spChg>
        <pc:spChg chg="add mod">
          <ac:chgData name="Bart Wolleswinkel" userId="b168cadc-1825-41ce-b9cc-7c7f06f6f31d" providerId="ADAL" clId="{22248CC1-9068-5BCB-B15B-4353FE48F57D}" dt="2026-01-20T15:08:09.192" v="348" actId="20577"/>
          <ac:spMkLst>
            <pc:docMk/>
            <pc:sldMk cId="256577611" sldId="270"/>
            <ac:spMk id="35" creationId="{C7F5BFFE-BCB1-3828-56C9-8B92D2E6618E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6" creationId="{46024753-7B1C-9892-881D-6D08FB44A10F}"/>
          </ac:spMkLst>
        </pc:spChg>
        <pc:spChg chg="add mod">
          <ac:chgData name="Bart Wolleswinkel" userId="b168cadc-1825-41ce-b9cc-7c7f06f6f31d" providerId="ADAL" clId="{22248CC1-9068-5BCB-B15B-4353FE48F57D}" dt="2026-01-20T15:12:40.518" v="490" actId="1036"/>
          <ac:spMkLst>
            <pc:docMk/>
            <pc:sldMk cId="256577611" sldId="270"/>
            <ac:spMk id="39" creationId="{5F2FC91F-0C34-291B-5169-494EE138A4B3}"/>
          </ac:spMkLst>
        </pc:spChg>
        <pc:spChg chg="add mod">
          <ac:chgData name="Bart Wolleswinkel" userId="b168cadc-1825-41ce-b9cc-7c7f06f6f31d" providerId="ADAL" clId="{22248CC1-9068-5BCB-B15B-4353FE48F57D}" dt="2026-01-20T15:09:06.968" v="400" actId="20577"/>
          <ac:spMkLst>
            <pc:docMk/>
            <pc:sldMk cId="256577611" sldId="270"/>
            <ac:spMk id="40" creationId="{ECB3A796-49DB-D16F-EBBB-99F407AF1271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4" creationId="{E1ACBDEE-57A2-4BED-61D9-D434C99CB2C2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5" creationId="{3694A2FE-299B-3F6D-C53F-980E199F0F86}"/>
          </ac:spMkLst>
        </pc:spChg>
        <pc:spChg chg="add mod">
          <ac:chgData name="Bart Wolleswinkel" userId="b168cadc-1825-41ce-b9cc-7c7f06f6f31d" providerId="ADAL" clId="{22248CC1-9068-5BCB-B15B-4353FE48F57D}" dt="2026-01-20T15:24:16.062" v="624" actId="20577"/>
          <ac:spMkLst>
            <pc:docMk/>
            <pc:sldMk cId="256577611" sldId="270"/>
            <ac:spMk id="48" creationId="{A4516AB3-5FEE-F8FF-E693-9E60B4D026B9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49" creationId="{3391296E-C1A0-5DB5-DE1B-A222A4FB3645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2" creationId="{0F9A0B0C-2C01-8E54-06D9-6390DC06D869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3" creationId="{33EEAA37-C2D5-E25D-4BF2-EECAB9E308BE}"/>
          </ac:spMkLst>
        </pc:spChg>
        <pc:spChg chg="add mod">
          <ac:chgData name="Bart Wolleswinkel" userId="b168cadc-1825-41ce-b9cc-7c7f06f6f31d" providerId="ADAL" clId="{22248CC1-9068-5BCB-B15B-4353FE48F57D}" dt="2026-01-20T15:24:20.557" v="631" actId="20577"/>
          <ac:spMkLst>
            <pc:docMk/>
            <pc:sldMk cId="256577611" sldId="270"/>
            <ac:spMk id="54" creationId="{E9659A6A-4D07-CA6F-2418-90995BD3741F}"/>
          </ac:spMkLst>
        </pc:spChg>
        <pc:spChg chg="add mod">
          <ac:chgData name="Bart Wolleswinkel" userId="b168cadc-1825-41ce-b9cc-7c7f06f6f31d" providerId="ADAL" clId="{22248CC1-9068-5BCB-B15B-4353FE48F57D}" dt="2026-01-20T15:16:51.366" v="492" actId="1076"/>
          <ac:spMkLst>
            <pc:docMk/>
            <pc:sldMk cId="256577611" sldId="270"/>
            <ac:spMk id="55" creationId="{E9F6A74B-AE29-9968-0D2D-26BC509AAFE5}"/>
          </ac:spMkLst>
        </pc:spChg>
        <pc:spChg chg="add mod">
          <ac:chgData name="Bart Wolleswinkel" userId="b168cadc-1825-41ce-b9cc-7c7f06f6f31d" providerId="ADAL" clId="{22248CC1-9068-5BCB-B15B-4353FE48F57D}" dt="2026-01-20T15:23:51.680" v="605" actId="207"/>
          <ac:spMkLst>
            <pc:docMk/>
            <pc:sldMk cId="256577611" sldId="270"/>
            <ac:spMk id="56" creationId="{384FB3F3-D105-27DE-B6DF-76E302A90BAB}"/>
          </ac:spMkLst>
        </pc:spChg>
        <pc:spChg chg="add mod">
          <ac:chgData name="Bart Wolleswinkel" userId="b168cadc-1825-41ce-b9cc-7c7f06f6f31d" providerId="ADAL" clId="{22248CC1-9068-5BCB-B15B-4353FE48F57D}" dt="2026-01-20T15:19:22.903" v="524" actId="1076"/>
          <ac:spMkLst>
            <pc:docMk/>
            <pc:sldMk cId="256577611" sldId="270"/>
            <ac:spMk id="60" creationId="{0F8E9D19-E8C5-99C9-064F-A92D7783459D}"/>
          </ac:spMkLst>
        </pc:spChg>
        <pc:spChg chg="add mod">
          <ac:chgData name="Bart Wolleswinkel" userId="b168cadc-1825-41ce-b9cc-7c7f06f6f31d" providerId="ADAL" clId="{22248CC1-9068-5BCB-B15B-4353FE48F57D}" dt="2026-01-20T15:20:18.493" v="546" actId="1036"/>
          <ac:spMkLst>
            <pc:docMk/>
            <pc:sldMk cId="256577611" sldId="270"/>
            <ac:spMk id="65" creationId="{735B66C2-1214-40ED-D40C-6FFF46C6C788}"/>
          </ac:spMkLst>
        </pc:spChg>
        <pc:spChg chg="add mod">
          <ac:chgData name="Bart Wolleswinkel" userId="b168cadc-1825-41ce-b9cc-7c7f06f6f31d" providerId="ADAL" clId="{22248CC1-9068-5BCB-B15B-4353FE48F57D}" dt="2026-01-20T15:22:35.629" v="587" actId="1076"/>
          <ac:spMkLst>
            <pc:docMk/>
            <pc:sldMk cId="256577611" sldId="270"/>
            <ac:spMk id="98" creationId="{0F9B3F62-D90F-03BB-3091-4FEC24DD5285}"/>
          </ac:spMkLst>
        </pc:spChg>
        <pc:spChg chg="add mod">
          <ac:chgData name="Bart Wolleswinkel" userId="b168cadc-1825-41ce-b9cc-7c7f06f6f31d" providerId="ADAL" clId="{22248CC1-9068-5BCB-B15B-4353FE48F57D}" dt="2026-01-20T15:22:55.376" v="599" actId="1076"/>
          <ac:spMkLst>
            <pc:docMk/>
            <pc:sldMk cId="256577611" sldId="270"/>
            <ac:spMk id="99" creationId="{0C72E31E-455A-FBD2-4BBA-4CF107DEF489}"/>
          </ac:spMkLst>
        </pc:spChg>
        <pc:cxnChg chg="add mod">
          <ac:chgData name="Bart Wolleswinkel" userId="b168cadc-1825-41ce-b9cc-7c7f06f6f31d" providerId="ADAL" clId="{22248CC1-9068-5BCB-B15B-4353FE48F57D}" dt="2026-01-20T15:23:41.855" v="602" actId="208"/>
          <ac:cxnSpMkLst>
            <pc:docMk/>
            <pc:sldMk cId="256577611" sldId="270"/>
            <ac:cxnSpMk id="58" creationId="{CB160640-7D55-E889-FF2C-9E947D055F58}"/>
          </ac:cxnSpMkLst>
        </pc:cxnChg>
        <pc:cxnChg chg="add mod">
          <ac:chgData name="Bart Wolleswinkel" userId="b168cadc-1825-41ce-b9cc-7c7f06f6f31d" providerId="ADAL" clId="{22248CC1-9068-5BCB-B15B-4353FE48F57D}" dt="2026-01-20T15:23:41.855" v="602" actId="208"/>
          <ac:cxnSpMkLst>
            <pc:docMk/>
            <pc:sldMk cId="256577611" sldId="270"/>
            <ac:cxnSpMk id="62" creationId="{326EE48B-8553-34D7-207C-24D1CD275171}"/>
          </ac:cxnSpMkLst>
        </pc:cxnChg>
        <pc:cxnChg chg="add mod">
          <ac:chgData name="Bart Wolleswinkel" userId="b168cadc-1825-41ce-b9cc-7c7f06f6f31d" providerId="ADAL" clId="{22248CC1-9068-5BCB-B15B-4353FE48F57D}" dt="2026-01-20T15:20:53.378" v="550" actId="693"/>
          <ac:cxnSpMkLst>
            <pc:docMk/>
            <pc:sldMk cId="256577611" sldId="270"/>
            <ac:cxnSpMk id="68" creationId="{A06285C3-E2DD-78A2-324A-36B23C3923D1}"/>
          </ac:cxnSpMkLst>
        </pc:cxnChg>
        <pc:cxnChg chg="add mod">
          <ac:chgData name="Bart Wolleswinkel" userId="b168cadc-1825-41ce-b9cc-7c7f06f6f31d" providerId="ADAL" clId="{22248CC1-9068-5BCB-B15B-4353FE48F57D}" dt="2026-01-20T15:21:11.853" v="552" actId="208"/>
          <ac:cxnSpMkLst>
            <pc:docMk/>
            <pc:sldMk cId="256577611" sldId="270"/>
            <ac:cxnSpMk id="70" creationId="{4892971B-8575-8709-D637-9D7F8DC59ACE}"/>
          </ac:cxnSpMkLst>
        </pc:cxnChg>
        <pc:cxnChg chg="add mod">
          <ac:chgData name="Bart Wolleswinkel" userId="b168cadc-1825-41ce-b9cc-7c7f06f6f31d" providerId="ADAL" clId="{22248CC1-9068-5BCB-B15B-4353FE48F57D}" dt="2026-01-20T15:21:19.820" v="556" actId="14100"/>
          <ac:cxnSpMkLst>
            <pc:docMk/>
            <pc:sldMk cId="256577611" sldId="270"/>
            <ac:cxnSpMk id="71" creationId="{1E5CE429-681C-5DAF-8D0B-65C0F4417D49}"/>
          </ac:cxnSpMkLst>
        </pc:cxnChg>
        <pc:cxnChg chg="add mod">
          <ac:chgData name="Bart Wolleswinkel" userId="b168cadc-1825-41ce-b9cc-7c7f06f6f31d" providerId="ADAL" clId="{22248CC1-9068-5BCB-B15B-4353FE48F57D}" dt="2026-01-20T15:21:26.193" v="559" actId="14100"/>
          <ac:cxnSpMkLst>
            <pc:docMk/>
            <pc:sldMk cId="256577611" sldId="270"/>
            <ac:cxnSpMk id="74" creationId="{81A6DDD5-A169-0B9B-6346-2A49968A14B0}"/>
          </ac:cxnSpMkLst>
        </pc:cxnChg>
        <pc:cxnChg chg="add mod">
          <ac:chgData name="Bart Wolleswinkel" userId="b168cadc-1825-41ce-b9cc-7c7f06f6f31d" providerId="ADAL" clId="{22248CC1-9068-5BCB-B15B-4353FE48F57D}" dt="2026-01-20T15:21:31.277" v="562" actId="14100"/>
          <ac:cxnSpMkLst>
            <pc:docMk/>
            <pc:sldMk cId="256577611" sldId="270"/>
            <ac:cxnSpMk id="77" creationId="{D4CDD7AC-D61F-D8DC-2421-10C60C045D22}"/>
          </ac:cxnSpMkLst>
        </pc:cxnChg>
        <pc:cxnChg chg="add mod">
          <ac:chgData name="Bart Wolleswinkel" userId="b168cadc-1825-41ce-b9cc-7c7f06f6f31d" providerId="ADAL" clId="{22248CC1-9068-5BCB-B15B-4353FE48F57D}" dt="2026-01-20T15:21:36.623" v="565" actId="14100"/>
          <ac:cxnSpMkLst>
            <pc:docMk/>
            <pc:sldMk cId="256577611" sldId="270"/>
            <ac:cxnSpMk id="80" creationId="{03F03A83-73D1-E740-D3CF-AA7DD0BB29DD}"/>
          </ac:cxnSpMkLst>
        </pc:cxnChg>
        <pc:cxnChg chg="add mod">
          <ac:chgData name="Bart Wolleswinkel" userId="b168cadc-1825-41ce-b9cc-7c7f06f6f31d" providerId="ADAL" clId="{22248CC1-9068-5BCB-B15B-4353FE48F57D}" dt="2026-01-20T15:21:41.955" v="568" actId="14100"/>
          <ac:cxnSpMkLst>
            <pc:docMk/>
            <pc:sldMk cId="256577611" sldId="270"/>
            <ac:cxnSpMk id="83" creationId="{9AA9BD13-A229-C27F-1A07-2C1E88FE0314}"/>
          </ac:cxnSpMkLst>
        </pc:cxnChg>
        <pc:cxnChg chg="add mod">
          <ac:chgData name="Bart Wolleswinkel" userId="b168cadc-1825-41ce-b9cc-7c7f06f6f31d" providerId="ADAL" clId="{22248CC1-9068-5BCB-B15B-4353FE48F57D}" dt="2026-01-20T15:21:48.015" v="571" actId="14100"/>
          <ac:cxnSpMkLst>
            <pc:docMk/>
            <pc:sldMk cId="256577611" sldId="270"/>
            <ac:cxnSpMk id="86" creationId="{8C50D640-4CCD-044B-77C9-FB954D198064}"/>
          </ac:cxnSpMkLst>
        </pc:cxnChg>
        <pc:cxnChg chg="add mod">
          <ac:chgData name="Bart Wolleswinkel" userId="b168cadc-1825-41ce-b9cc-7c7f06f6f31d" providerId="ADAL" clId="{22248CC1-9068-5BCB-B15B-4353FE48F57D}" dt="2026-01-20T15:21:54.538" v="574" actId="14100"/>
          <ac:cxnSpMkLst>
            <pc:docMk/>
            <pc:sldMk cId="256577611" sldId="270"/>
            <ac:cxnSpMk id="89" creationId="{193FDCDF-0D29-D243-5523-E239FB9A90FB}"/>
          </ac:cxnSpMkLst>
        </pc:cxnChg>
        <pc:cxnChg chg="add mod">
          <ac:chgData name="Bart Wolleswinkel" userId="b168cadc-1825-41ce-b9cc-7c7f06f6f31d" providerId="ADAL" clId="{22248CC1-9068-5BCB-B15B-4353FE48F57D}" dt="2026-01-20T15:22:00.243" v="577" actId="14100"/>
          <ac:cxnSpMkLst>
            <pc:docMk/>
            <pc:sldMk cId="256577611" sldId="270"/>
            <ac:cxnSpMk id="92" creationId="{AC906DF5-25D2-4741-1F9E-1C7210074890}"/>
          </ac:cxnSpMkLst>
        </pc:cxnChg>
        <pc:cxnChg chg="add mod">
          <ac:chgData name="Bart Wolleswinkel" userId="b168cadc-1825-41ce-b9cc-7c7f06f6f31d" providerId="ADAL" clId="{22248CC1-9068-5BCB-B15B-4353FE48F57D}" dt="2026-01-20T15:22:06.949" v="580" actId="14100"/>
          <ac:cxnSpMkLst>
            <pc:docMk/>
            <pc:sldMk cId="256577611" sldId="270"/>
            <ac:cxnSpMk id="95" creationId="{53A879BC-5171-3628-05E5-155C343318DA}"/>
          </ac:cxnSpMkLst>
        </pc:cxnChg>
      </pc:sldChg>
      <pc:sldChg chg="addSp delSp modSp add mod">
        <pc:chgData name="Bart Wolleswinkel" userId="b168cadc-1825-41ce-b9cc-7c7f06f6f31d" providerId="ADAL" clId="{22248CC1-9068-5BCB-B15B-4353FE48F57D}" dt="2026-01-22T20:52:25.773" v="1096" actId="14100"/>
        <pc:sldMkLst>
          <pc:docMk/>
          <pc:sldMk cId="1347576788" sldId="271"/>
        </pc:sldMkLst>
        <pc:spChg chg="add mod">
          <ac:chgData name="Bart Wolleswinkel" userId="b168cadc-1825-41ce-b9cc-7c7f06f6f31d" providerId="ADAL" clId="{22248CC1-9068-5BCB-B15B-4353FE48F57D}" dt="2026-01-22T19:38:05.319" v="890" actId="1076"/>
          <ac:spMkLst>
            <pc:docMk/>
            <pc:sldMk cId="1347576788" sldId="271"/>
            <ac:spMk id="2" creationId="{0938DED3-CA50-89A8-C70E-0185566AC265}"/>
          </ac:spMkLst>
        </pc:spChg>
        <pc:spChg chg="add mod">
          <ac:chgData name="Bart Wolleswinkel" userId="b168cadc-1825-41ce-b9cc-7c7f06f6f31d" providerId="ADAL" clId="{22248CC1-9068-5BCB-B15B-4353FE48F57D}" dt="2026-01-22T19:38:05.028" v="889" actId="1076"/>
          <ac:spMkLst>
            <pc:docMk/>
            <pc:sldMk cId="1347576788" sldId="271"/>
            <ac:spMk id="3" creationId="{990779B6-0A67-37AE-3B4F-FF66FC092213}"/>
          </ac:spMkLst>
        </pc:spChg>
        <pc:spChg chg="mod">
          <ac:chgData name="Bart Wolleswinkel" userId="b168cadc-1825-41ce-b9cc-7c7f06f6f31d" providerId="ADAL" clId="{22248CC1-9068-5BCB-B15B-4353FE48F57D}" dt="2026-01-22T19:38:05.647" v="891" actId="1076"/>
          <ac:spMkLst>
            <pc:docMk/>
            <pc:sldMk cId="1347576788" sldId="271"/>
            <ac:spMk id="4" creationId="{74239BA9-D75B-9AB6-76A4-05F83029DF75}"/>
          </ac:spMkLst>
        </pc:spChg>
        <pc:spChg chg="add mod">
          <ac:chgData name="Bart Wolleswinkel" userId="b168cadc-1825-41ce-b9cc-7c7f06f6f31d" providerId="ADAL" clId="{22248CC1-9068-5BCB-B15B-4353FE48F57D}" dt="2026-01-22T19:38:15.859" v="893" actId="14100"/>
          <ac:spMkLst>
            <pc:docMk/>
            <pc:sldMk cId="1347576788" sldId="271"/>
            <ac:spMk id="5" creationId="{355F02D5-6FEE-90CA-7919-6CB6CB9DEA05}"/>
          </ac:spMkLst>
        </pc:spChg>
        <pc:spChg chg="add mod">
          <ac:chgData name="Bart Wolleswinkel" userId="b168cadc-1825-41ce-b9cc-7c7f06f6f31d" providerId="ADAL" clId="{22248CC1-9068-5BCB-B15B-4353FE48F57D}" dt="2026-01-22T19:08:09.287" v="829" actId="1076"/>
          <ac:spMkLst>
            <pc:docMk/>
            <pc:sldMk cId="1347576788" sldId="271"/>
            <ac:spMk id="6" creationId="{931BB41D-7A13-B414-C065-73EA6FA1AC70}"/>
          </ac:spMkLst>
        </pc:spChg>
        <pc:spChg chg="add mod">
          <ac:chgData name="Bart Wolleswinkel" userId="b168cadc-1825-41ce-b9cc-7c7f06f6f31d" providerId="ADAL" clId="{22248CC1-9068-5BCB-B15B-4353FE48F57D}" dt="2026-01-22T19:38:19.575" v="894" actId="1076"/>
          <ac:spMkLst>
            <pc:docMk/>
            <pc:sldMk cId="1347576788" sldId="271"/>
            <ac:spMk id="11" creationId="{C6ACE020-A259-1934-55F2-4CE79D02C4B4}"/>
          </ac:spMkLst>
        </pc:spChg>
        <pc:spChg chg="add mod">
          <ac:chgData name="Bart Wolleswinkel" userId="b168cadc-1825-41ce-b9cc-7c7f06f6f31d" providerId="ADAL" clId="{22248CC1-9068-5BCB-B15B-4353FE48F57D}" dt="2026-01-22T19:38:19.575" v="894" actId="1076"/>
          <ac:spMkLst>
            <pc:docMk/>
            <pc:sldMk cId="1347576788" sldId="271"/>
            <ac:spMk id="18" creationId="{712B5FDE-FD9E-0112-EBBE-142609D7BDE0}"/>
          </ac:spMkLst>
        </pc:spChg>
        <pc:spChg chg="add mod">
          <ac:chgData name="Bart Wolleswinkel" userId="b168cadc-1825-41ce-b9cc-7c7f06f6f31d" providerId="ADAL" clId="{22248CC1-9068-5BCB-B15B-4353FE48F57D}" dt="2026-01-22T19:08:09.287" v="829" actId="1076"/>
          <ac:spMkLst>
            <pc:docMk/>
            <pc:sldMk cId="1347576788" sldId="271"/>
            <ac:spMk id="19" creationId="{1F14A250-FE7D-C8C0-82E9-33EF1582A13E}"/>
          </ac:spMkLst>
        </pc:spChg>
        <pc:spChg chg="add mod">
          <ac:chgData name="Bart Wolleswinkel" userId="b168cadc-1825-41ce-b9cc-7c7f06f6f31d" providerId="ADAL" clId="{22248CC1-9068-5BCB-B15B-4353FE48F57D}" dt="2026-01-22T20:39:26.613" v="1002" actId="1076"/>
          <ac:spMkLst>
            <pc:docMk/>
            <pc:sldMk cId="1347576788" sldId="271"/>
            <ac:spMk id="21" creationId="{6CAC6041-E093-680D-99E8-F70FAD2F43A0}"/>
          </ac:spMkLst>
        </pc:spChg>
        <pc:spChg chg="add mod">
          <ac:chgData name="Bart Wolleswinkel" userId="b168cadc-1825-41ce-b9cc-7c7f06f6f31d" providerId="ADAL" clId="{22248CC1-9068-5BCB-B15B-4353FE48F57D}" dt="2026-01-22T20:44:00.937" v="1013" actId="122"/>
          <ac:spMkLst>
            <pc:docMk/>
            <pc:sldMk cId="1347576788" sldId="271"/>
            <ac:spMk id="38" creationId="{739A3E2D-E5AF-E4C0-72EC-88CE99C33472}"/>
          </ac:spMkLst>
        </pc:spChg>
        <pc:spChg chg="add mod">
          <ac:chgData name="Bart Wolleswinkel" userId="b168cadc-1825-41ce-b9cc-7c7f06f6f31d" providerId="ADAL" clId="{22248CC1-9068-5BCB-B15B-4353FE48F57D}" dt="2026-01-22T20:49:05.149" v="1064" actId="1076"/>
          <ac:spMkLst>
            <pc:docMk/>
            <pc:sldMk cId="1347576788" sldId="271"/>
            <ac:spMk id="42" creationId="{1C971336-8201-3048-7B2C-AEFDF793E926}"/>
          </ac:spMkLst>
        </pc:spChg>
        <pc:spChg chg="add mod">
          <ac:chgData name="Bart Wolleswinkel" userId="b168cadc-1825-41ce-b9cc-7c7f06f6f31d" providerId="ADAL" clId="{22248CC1-9068-5BCB-B15B-4353FE48F57D}" dt="2026-01-22T20:49:05.149" v="1064" actId="1076"/>
          <ac:spMkLst>
            <pc:docMk/>
            <pc:sldMk cId="1347576788" sldId="271"/>
            <ac:spMk id="43" creationId="{9CE237E0-7541-4EDD-0214-EF461A5CCCD8}"/>
          </ac:spMkLst>
        </pc:spChg>
        <pc:spChg chg="add mod">
          <ac:chgData name="Bart Wolleswinkel" userId="b168cadc-1825-41ce-b9cc-7c7f06f6f31d" providerId="ADAL" clId="{22248CC1-9068-5BCB-B15B-4353FE48F57D}" dt="2026-01-22T20:52:25.773" v="1096" actId="14100"/>
          <ac:spMkLst>
            <pc:docMk/>
            <pc:sldMk cId="1347576788" sldId="271"/>
            <ac:spMk id="46" creationId="{4F51D9F7-C37B-68AE-FB72-B6573F7D35CE}"/>
          </ac:spMkLst>
        </pc:spChg>
        <pc:spChg chg="add mod">
          <ac:chgData name="Bart Wolleswinkel" userId="b168cadc-1825-41ce-b9cc-7c7f06f6f31d" providerId="ADAL" clId="{22248CC1-9068-5BCB-B15B-4353FE48F57D}" dt="2026-01-22T20:49:23.205" v="1070" actId="20577"/>
          <ac:spMkLst>
            <pc:docMk/>
            <pc:sldMk cId="1347576788" sldId="271"/>
            <ac:spMk id="47" creationId="{547A3D8A-AF7C-2AEF-6CF5-2CF8CE723787}"/>
          </ac:spMkLst>
        </pc:spChg>
        <pc:cxnChg chg="add del mod">
          <ac:chgData name="Bart Wolleswinkel" userId="b168cadc-1825-41ce-b9cc-7c7f06f6f31d" providerId="ADAL" clId="{22248CC1-9068-5BCB-B15B-4353FE48F57D}" dt="2026-01-22T19:38:15.859" v="893" actId="14100"/>
          <ac:cxnSpMkLst>
            <pc:docMk/>
            <pc:sldMk cId="1347576788" sldId="271"/>
            <ac:cxnSpMk id="10" creationId="{6AD86F23-68E8-944E-E570-576EF619FD47}"/>
          </ac:cxnSpMkLst>
        </pc:cxnChg>
      </pc:sldChg>
      <pc:sldChg chg="addSp delSp modSp add mod ord">
        <pc:chgData name="Bart Wolleswinkel" userId="b168cadc-1825-41ce-b9cc-7c7f06f6f31d" providerId="ADAL" clId="{22248CC1-9068-5BCB-B15B-4353FE48F57D}" dt="2026-02-01T22:23:25.543" v="1932" actId="20578"/>
        <pc:sldMkLst>
          <pc:docMk/>
          <pc:sldMk cId="3745362789" sldId="272"/>
        </pc:sldMkLst>
        <pc:spChg chg="add mod">
          <ac:chgData name="Bart Wolleswinkel" userId="b168cadc-1825-41ce-b9cc-7c7f06f6f31d" providerId="ADAL" clId="{22248CC1-9068-5BCB-B15B-4353FE48F57D}" dt="2026-01-25T20:03:21.389" v="1109" actId="1076"/>
          <ac:spMkLst>
            <pc:docMk/>
            <pc:sldMk cId="3745362789" sldId="272"/>
            <ac:spMk id="9" creationId="{524906FF-91F8-0CB7-9142-1D55E16039A9}"/>
          </ac:spMkLst>
        </pc:spChg>
        <pc:spChg chg="add mod">
          <ac:chgData name="Bart Wolleswinkel" userId="b168cadc-1825-41ce-b9cc-7c7f06f6f31d" providerId="ADAL" clId="{22248CC1-9068-5BCB-B15B-4353FE48F57D}" dt="2026-01-25T20:03:44.218" v="1116" actId="20577"/>
          <ac:spMkLst>
            <pc:docMk/>
            <pc:sldMk cId="3745362789" sldId="272"/>
            <ac:spMk id="13" creationId="{3A3555BB-C762-0C7E-CBC1-5FD46DB5FA66}"/>
          </ac:spMkLst>
        </pc:spChg>
        <pc:spChg chg="add mod">
          <ac:chgData name="Bart Wolleswinkel" userId="b168cadc-1825-41ce-b9cc-7c7f06f6f31d" providerId="ADAL" clId="{22248CC1-9068-5BCB-B15B-4353FE48F57D}" dt="2026-01-25T20:04:39.216" v="1131" actId="1076"/>
          <ac:spMkLst>
            <pc:docMk/>
            <pc:sldMk cId="3745362789" sldId="272"/>
            <ac:spMk id="16" creationId="{5CB70523-3EBB-ADB5-25EE-65B280CC08B6}"/>
          </ac:spMkLst>
        </pc:spChg>
        <pc:spChg chg="add mod">
          <ac:chgData name="Bart Wolleswinkel" userId="b168cadc-1825-41ce-b9cc-7c7f06f6f31d" providerId="ADAL" clId="{22248CC1-9068-5BCB-B15B-4353FE48F57D}" dt="2026-01-25T20:33:26.055" v="1633" actId="1076"/>
          <ac:spMkLst>
            <pc:docMk/>
            <pc:sldMk cId="3745362789" sldId="272"/>
            <ac:spMk id="17" creationId="{3871CBB6-2271-B98A-30B3-7BF0A14CABC2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0" creationId="{A186645D-1EDB-D2AF-0036-97FAB8AED13A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2" creationId="{E6CE8B90-004A-657D-8662-778F3824AD76}"/>
          </ac:spMkLst>
        </pc:spChg>
        <pc:spChg chg="add mod">
          <ac:chgData name="Bart Wolleswinkel" userId="b168cadc-1825-41ce-b9cc-7c7f06f6f31d" providerId="ADAL" clId="{22248CC1-9068-5BCB-B15B-4353FE48F57D}" dt="2026-01-25T20:38:39.705" v="1685" actId="20577"/>
          <ac:spMkLst>
            <pc:docMk/>
            <pc:sldMk cId="3745362789" sldId="272"/>
            <ac:spMk id="23" creationId="{96A84DEC-A61A-6270-658A-2CDCF01398B3}"/>
          </ac:spMkLst>
        </pc:spChg>
        <pc:spChg chg="add mod">
          <ac:chgData name="Bart Wolleswinkel" userId="b168cadc-1825-41ce-b9cc-7c7f06f6f31d" providerId="ADAL" clId="{22248CC1-9068-5BCB-B15B-4353FE48F57D}" dt="2026-01-25T20:38:55.496" v="1688" actId="20577"/>
          <ac:spMkLst>
            <pc:docMk/>
            <pc:sldMk cId="3745362789" sldId="272"/>
            <ac:spMk id="24" creationId="{851023F7-F7BF-EDB5-ADDC-2DBCF2168186}"/>
          </ac:spMkLst>
        </pc:spChg>
        <pc:spChg chg="add mod">
          <ac:chgData name="Bart Wolleswinkel" userId="b168cadc-1825-41ce-b9cc-7c7f06f6f31d" providerId="ADAL" clId="{22248CC1-9068-5BCB-B15B-4353FE48F57D}" dt="2026-01-25T20:38:48.201" v="1686" actId="1076"/>
          <ac:spMkLst>
            <pc:docMk/>
            <pc:sldMk cId="3745362789" sldId="272"/>
            <ac:spMk id="25" creationId="{EABD0B15-670E-E5A9-FE45-E7B2BA9B5BEB}"/>
          </ac:spMkLst>
        </pc:spChg>
        <pc:spChg chg="add mod">
          <ac:chgData name="Bart Wolleswinkel" userId="b168cadc-1825-41ce-b9cc-7c7f06f6f31d" providerId="ADAL" clId="{22248CC1-9068-5BCB-B15B-4353FE48F57D}" dt="2026-01-25T21:00:05.798" v="1876" actId="1076"/>
          <ac:spMkLst>
            <pc:docMk/>
            <pc:sldMk cId="3745362789" sldId="272"/>
            <ac:spMk id="26" creationId="{4EBCC133-1E1B-ECE8-B5E5-55A2CBCAF677}"/>
          </ac:spMkLst>
        </pc:spChg>
        <pc:spChg chg="add mod">
          <ac:chgData name="Bart Wolleswinkel" userId="b168cadc-1825-41ce-b9cc-7c7f06f6f31d" providerId="ADAL" clId="{22248CC1-9068-5BCB-B15B-4353FE48F57D}" dt="2026-01-25T20:52:41.761" v="1695" actId="1076"/>
          <ac:spMkLst>
            <pc:docMk/>
            <pc:sldMk cId="3745362789" sldId="272"/>
            <ac:spMk id="31" creationId="{BDBA7F4B-63BF-A032-4E7B-28C33E2B8004}"/>
          </ac:spMkLst>
        </pc:spChg>
        <pc:spChg chg="add mod">
          <ac:chgData name="Bart Wolleswinkel" userId="b168cadc-1825-41ce-b9cc-7c7f06f6f31d" providerId="ADAL" clId="{22248CC1-9068-5BCB-B15B-4353FE48F57D}" dt="2026-01-25T21:00:10.134" v="1877" actId="1076"/>
          <ac:spMkLst>
            <pc:docMk/>
            <pc:sldMk cId="3745362789" sldId="272"/>
            <ac:spMk id="49" creationId="{8CAAB034-CD59-BD1F-1F14-6BE97ED7CC84}"/>
          </ac:spMkLst>
        </pc:spChg>
        <pc:spChg chg="add mod">
          <ac:chgData name="Bart Wolleswinkel" userId="b168cadc-1825-41ce-b9cc-7c7f06f6f31d" providerId="ADAL" clId="{22248CC1-9068-5BCB-B15B-4353FE48F57D}" dt="2026-01-25T21:01:02.469" v="1880" actId="1076"/>
          <ac:spMkLst>
            <pc:docMk/>
            <pc:sldMk cId="3745362789" sldId="272"/>
            <ac:spMk id="54" creationId="{995F679F-2CE4-C2C5-CCA3-6E79752299B6}"/>
          </ac:spMkLst>
        </pc:spChg>
        <pc:spChg chg="add mod">
          <ac:chgData name="Bart Wolleswinkel" userId="b168cadc-1825-41ce-b9cc-7c7f06f6f31d" providerId="ADAL" clId="{22248CC1-9068-5BCB-B15B-4353FE48F57D}" dt="2026-01-25T20:34:17.281" v="1640" actId="1076"/>
          <ac:spMkLst>
            <pc:docMk/>
            <pc:sldMk cId="3745362789" sldId="272"/>
            <ac:spMk id="72" creationId="{0093A161-4477-3D7E-9D43-12F35638DF07}"/>
          </ac:spMkLst>
        </pc:spChg>
        <pc:spChg chg="add mod">
          <ac:chgData name="Bart Wolleswinkel" userId="b168cadc-1825-41ce-b9cc-7c7f06f6f31d" providerId="ADAL" clId="{22248CC1-9068-5BCB-B15B-4353FE48F57D}" dt="2026-01-25T21:00:00.036" v="1874" actId="1076"/>
          <ac:spMkLst>
            <pc:docMk/>
            <pc:sldMk cId="3745362789" sldId="272"/>
            <ac:spMk id="87" creationId="{54C72385-4577-35D6-A30A-FE17378B414A}"/>
          </ac:spMkLst>
        </pc:spChg>
        <pc:spChg chg="add mod">
          <ac:chgData name="Bart Wolleswinkel" userId="b168cadc-1825-41ce-b9cc-7c7f06f6f31d" providerId="ADAL" clId="{22248CC1-9068-5BCB-B15B-4353FE48F57D}" dt="2026-01-25T21:04:37.088" v="1930" actId="1076"/>
          <ac:spMkLst>
            <pc:docMk/>
            <pc:sldMk cId="3745362789" sldId="272"/>
            <ac:spMk id="92" creationId="{1FC6B2F6-693C-F985-F6F9-5F70CCE56E4B}"/>
          </ac:spMkLst>
        </pc:spChg>
        <pc:spChg chg="add mod">
          <ac:chgData name="Bart Wolleswinkel" userId="b168cadc-1825-41ce-b9cc-7c7f06f6f31d" providerId="ADAL" clId="{22248CC1-9068-5BCB-B15B-4353FE48F57D}" dt="2026-01-25T21:01:06.705" v="1881" actId="1076"/>
          <ac:spMkLst>
            <pc:docMk/>
            <pc:sldMk cId="3745362789" sldId="272"/>
            <ac:spMk id="94" creationId="{DD4E7D6A-5A78-81D4-4044-2E8B8E1F4D36}"/>
          </ac:spMkLst>
        </pc:spChg>
        <pc:spChg chg="add mod">
          <ac:chgData name="Bart Wolleswinkel" userId="b168cadc-1825-41ce-b9cc-7c7f06f6f31d" providerId="ADAL" clId="{22248CC1-9068-5BCB-B15B-4353FE48F57D}" dt="2026-01-25T20:58:25.311" v="1862" actId="1076"/>
          <ac:spMkLst>
            <pc:docMk/>
            <pc:sldMk cId="3745362789" sldId="272"/>
            <ac:spMk id="100" creationId="{9B1E240F-47B8-4FCB-5AEA-B0F692CB0722}"/>
          </ac:spMkLst>
        </pc:spChg>
        <pc:spChg chg="add mod">
          <ac:chgData name="Bart Wolleswinkel" userId="b168cadc-1825-41ce-b9cc-7c7f06f6f31d" providerId="ADAL" clId="{22248CC1-9068-5BCB-B15B-4353FE48F57D}" dt="2026-01-25T20:52:25.844" v="1692" actId="1076"/>
          <ac:spMkLst>
            <pc:docMk/>
            <pc:sldMk cId="3745362789" sldId="272"/>
            <ac:spMk id="112" creationId="{C69EB4CF-B624-A337-228B-5633AE4018A1}"/>
          </ac:spMkLst>
        </pc:spChg>
        <pc:spChg chg="add mod">
          <ac:chgData name="Bart Wolleswinkel" userId="b168cadc-1825-41ce-b9cc-7c7f06f6f31d" providerId="ADAL" clId="{22248CC1-9068-5BCB-B15B-4353FE48F57D}" dt="2026-01-25T21:02:39.181" v="1909" actId="1076"/>
          <ac:spMkLst>
            <pc:docMk/>
            <pc:sldMk cId="3745362789" sldId="272"/>
            <ac:spMk id="118" creationId="{0FAE3178-190F-5194-0699-0571B51D675E}"/>
          </ac:spMkLst>
        </pc:spChg>
        <pc:spChg chg="add mod">
          <ac:chgData name="Bart Wolleswinkel" userId="b168cadc-1825-41ce-b9cc-7c7f06f6f31d" providerId="ADAL" clId="{22248CC1-9068-5BCB-B15B-4353FE48F57D}" dt="2026-01-25T21:02:39.181" v="1909" actId="1076"/>
          <ac:spMkLst>
            <pc:docMk/>
            <pc:sldMk cId="3745362789" sldId="272"/>
            <ac:spMk id="131" creationId="{A840C999-AED7-6C86-6C6C-140E0A8A1602}"/>
          </ac:spMkLst>
        </pc:spChg>
        <pc:spChg chg="add mod">
          <ac:chgData name="Bart Wolleswinkel" userId="b168cadc-1825-41ce-b9cc-7c7f06f6f31d" providerId="ADAL" clId="{22248CC1-9068-5BCB-B15B-4353FE48F57D}" dt="2026-01-25T21:00:03.356" v="1875" actId="1076"/>
          <ac:spMkLst>
            <pc:docMk/>
            <pc:sldMk cId="3745362789" sldId="272"/>
            <ac:spMk id="150" creationId="{85BEA69B-8863-5DFF-25C4-32D9D9264D57}"/>
          </ac:spMkLst>
        </pc:spChg>
        <pc:spChg chg="add mod">
          <ac:chgData name="Bart Wolleswinkel" userId="b168cadc-1825-41ce-b9cc-7c7f06f6f31d" providerId="ADAL" clId="{22248CC1-9068-5BCB-B15B-4353FE48F57D}" dt="2026-01-25T20:52:30.021" v="1693" actId="1076"/>
          <ac:spMkLst>
            <pc:docMk/>
            <pc:sldMk cId="3745362789" sldId="272"/>
            <ac:spMk id="151" creationId="{89A4108F-897E-6061-0FA0-73EAAE430A7A}"/>
          </ac:spMkLst>
        </pc:spChg>
        <pc:spChg chg="add mod">
          <ac:chgData name="Bart Wolleswinkel" userId="b168cadc-1825-41ce-b9cc-7c7f06f6f31d" providerId="ADAL" clId="{22248CC1-9068-5BCB-B15B-4353FE48F57D}" dt="2026-01-25T21:00:13.634" v="1878" actId="1076"/>
          <ac:spMkLst>
            <pc:docMk/>
            <pc:sldMk cId="3745362789" sldId="272"/>
            <ac:spMk id="152" creationId="{57A40FCA-6C9A-4F31-8019-C6D03ABAD76D}"/>
          </ac:spMkLst>
        </pc:spChg>
        <pc:spChg chg="add mod">
          <ac:chgData name="Bart Wolleswinkel" userId="b168cadc-1825-41ce-b9cc-7c7f06f6f31d" providerId="ADAL" clId="{22248CC1-9068-5BCB-B15B-4353FE48F57D}" dt="2026-01-25T20:26:36.143" v="1574" actId="1076"/>
          <ac:spMkLst>
            <pc:docMk/>
            <pc:sldMk cId="3745362789" sldId="272"/>
            <ac:spMk id="153" creationId="{95A7CC60-1F45-7A7A-CB25-A1049E7FA687}"/>
          </ac:spMkLst>
        </pc:spChg>
        <pc:spChg chg="add mod">
          <ac:chgData name="Bart Wolleswinkel" userId="b168cadc-1825-41ce-b9cc-7c7f06f6f31d" providerId="ADAL" clId="{22248CC1-9068-5BCB-B15B-4353FE48F57D}" dt="2026-01-25T20:26:56.019" v="1582" actId="20577"/>
          <ac:spMkLst>
            <pc:docMk/>
            <pc:sldMk cId="3745362789" sldId="272"/>
            <ac:spMk id="154" creationId="{499BC6FE-AFE7-F389-75B9-A8F3643C3ED3}"/>
          </ac:spMkLst>
        </pc:spChg>
        <pc:spChg chg="add mod">
          <ac:chgData name="Bart Wolleswinkel" userId="b168cadc-1825-41ce-b9cc-7c7f06f6f31d" providerId="ADAL" clId="{22248CC1-9068-5BCB-B15B-4353FE48F57D}" dt="2026-01-25T20:58:25.311" v="1862" actId="1076"/>
          <ac:spMkLst>
            <pc:docMk/>
            <pc:sldMk cId="3745362789" sldId="272"/>
            <ac:spMk id="156" creationId="{0920FBEE-7032-277C-921E-0B38EC753303}"/>
          </ac:spMkLst>
        </pc:spChg>
        <pc:spChg chg="add mod">
          <ac:chgData name="Bart Wolleswinkel" userId="b168cadc-1825-41ce-b9cc-7c7f06f6f31d" providerId="ADAL" clId="{22248CC1-9068-5BCB-B15B-4353FE48F57D}" dt="2026-01-25T20:52:51.746" v="1698" actId="1076"/>
          <ac:spMkLst>
            <pc:docMk/>
            <pc:sldMk cId="3745362789" sldId="272"/>
            <ac:spMk id="160" creationId="{1E1A9D3B-E80B-7B16-BB38-AABEAA3801BC}"/>
          </ac:spMkLst>
        </pc:spChg>
        <pc:spChg chg="add mod">
          <ac:chgData name="Bart Wolleswinkel" userId="b168cadc-1825-41ce-b9cc-7c7f06f6f31d" providerId="ADAL" clId="{22248CC1-9068-5BCB-B15B-4353FE48F57D}" dt="2026-01-25T20:52:51.746" v="1698" actId="1076"/>
          <ac:spMkLst>
            <pc:docMk/>
            <pc:sldMk cId="3745362789" sldId="272"/>
            <ac:spMk id="179" creationId="{481B9D90-30D6-A2B2-25E6-8C6FED4FA22F}"/>
          </ac:spMkLst>
        </pc:spChg>
        <pc:spChg chg="add mod">
          <ac:chgData name="Bart Wolleswinkel" userId="b168cadc-1825-41ce-b9cc-7c7f06f6f31d" providerId="ADAL" clId="{22248CC1-9068-5BCB-B15B-4353FE48F57D}" dt="2026-01-25T20:53:12.277" v="1712" actId="14100"/>
          <ac:spMkLst>
            <pc:docMk/>
            <pc:sldMk cId="3745362789" sldId="272"/>
            <ac:spMk id="195" creationId="{7499AFDE-B91D-B154-9AC1-B02212B550F2}"/>
          </ac:spMkLst>
        </pc:spChg>
        <pc:spChg chg="add mod">
          <ac:chgData name="Bart Wolleswinkel" userId="b168cadc-1825-41ce-b9cc-7c7f06f6f31d" providerId="ADAL" clId="{22248CC1-9068-5BCB-B15B-4353FE48F57D}" dt="2026-01-25T20:54:17.969" v="1729" actId="1076"/>
          <ac:spMkLst>
            <pc:docMk/>
            <pc:sldMk cId="3745362789" sldId="272"/>
            <ac:spMk id="196" creationId="{8CCD5D55-E1FE-0AC0-2A58-665B922BD1CC}"/>
          </ac:spMkLst>
        </pc:spChg>
        <pc:spChg chg="add mod">
          <ac:chgData name="Bart Wolleswinkel" userId="b168cadc-1825-41ce-b9cc-7c7f06f6f31d" providerId="ADAL" clId="{22248CC1-9068-5BCB-B15B-4353FE48F57D}" dt="2026-01-25T20:54:52.105" v="1773" actId="20577"/>
          <ac:spMkLst>
            <pc:docMk/>
            <pc:sldMk cId="3745362789" sldId="272"/>
            <ac:spMk id="203" creationId="{5AED5AD2-D450-690A-06F0-86322A15BF41}"/>
          </ac:spMkLst>
        </pc:spChg>
        <pc:spChg chg="add mod">
          <ac:chgData name="Bart Wolleswinkel" userId="b168cadc-1825-41ce-b9cc-7c7f06f6f31d" providerId="ADAL" clId="{22248CC1-9068-5BCB-B15B-4353FE48F57D}" dt="2026-01-25T20:55:27.994" v="1787" actId="20577"/>
          <ac:spMkLst>
            <pc:docMk/>
            <pc:sldMk cId="3745362789" sldId="272"/>
            <ac:spMk id="210" creationId="{D60C64B6-37E8-F031-30AF-24E4D03095DE}"/>
          </ac:spMkLst>
        </pc:spChg>
        <pc:spChg chg="add mod">
          <ac:chgData name="Bart Wolleswinkel" userId="b168cadc-1825-41ce-b9cc-7c7f06f6f31d" providerId="ADAL" clId="{22248CC1-9068-5BCB-B15B-4353FE48F57D}" dt="2026-01-25T20:55:40.947" v="1789" actId="1076"/>
          <ac:spMkLst>
            <pc:docMk/>
            <pc:sldMk cId="3745362789" sldId="272"/>
            <ac:spMk id="211" creationId="{DE738979-F409-FDCA-8E9E-4A9A48F6E62C}"/>
          </ac:spMkLst>
        </pc:spChg>
        <pc:spChg chg="add mod">
          <ac:chgData name="Bart Wolleswinkel" userId="b168cadc-1825-41ce-b9cc-7c7f06f6f31d" providerId="ADAL" clId="{22248CC1-9068-5BCB-B15B-4353FE48F57D}" dt="2026-01-25T21:02:10.205" v="1901" actId="1076"/>
          <ac:spMkLst>
            <pc:docMk/>
            <pc:sldMk cId="3745362789" sldId="272"/>
            <ac:spMk id="221" creationId="{2725616B-A739-645E-93C8-F901DD4EE32A}"/>
          </ac:spMkLst>
        </pc:spChg>
        <pc:spChg chg="add mod">
          <ac:chgData name="Bart Wolleswinkel" userId="b168cadc-1825-41ce-b9cc-7c7f06f6f31d" providerId="ADAL" clId="{22248CC1-9068-5BCB-B15B-4353FE48F57D}" dt="2026-01-25T21:00:59.101" v="1879" actId="1076"/>
          <ac:spMkLst>
            <pc:docMk/>
            <pc:sldMk cId="3745362789" sldId="272"/>
            <ac:spMk id="222" creationId="{9CA8752D-F086-D70F-B5E9-C0E2E6BF4CD6}"/>
          </ac:spMkLst>
        </pc:spChg>
        <pc:spChg chg="add mod">
          <ac:chgData name="Bart Wolleswinkel" userId="b168cadc-1825-41ce-b9cc-7c7f06f6f31d" providerId="ADAL" clId="{22248CC1-9068-5BCB-B15B-4353FE48F57D}" dt="2026-01-25T21:02:14.197" v="1903" actId="1076"/>
          <ac:spMkLst>
            <pc:docMk/>
            <pc:sldMk cId="3745362789" sldId="272"/>
            <ac:spMk id="223" creationId="{8735A55A-96DC-9AE9-9551-24787B6DF91D}"/>
          </ac:spMkLst>
        </pc:spChg>
        <pc:spChg chg="add mod">
          <ac:chgData name="Bart Wolleswinkel" userId="b168cadc-1825-41ce-b9cc-7c7f06f6f31d" providerId="ADAL" clId="{22248CC1-9068-5BCB-B15B-4353FE48F57D}" dt="2026-01-25T21:02:12.365" v="1902" actId="1076"/>
          <ac:spMkLst>
            <pc:docMk/>
            <pc:sldMk cId="3745362789" sldId="272"/>
            <ac:spMk id="225" creationId="{D8C4C5CC-C8D0-FEEB-EF4E-F3D6912CE537}"/>
          </ac:spMkLst>
        </pc:spChg>
        <pc:spChg chg="add mod">
          <ac:chgData name="Bart Wolleswinkel" userId="b168cadc-1825-41ce-b9cc-7c7f06f6f31d" providerId="ADAL" clId="{22248CC1-9068-5BCB-B15B-4353FE48F57D}" dt="2026-01-25T21:02:15.730" v="1904" actId="1076"/>
          <ac:spMkLst>
            <pc:docMk/>
            <pc:sldMk cId="3745362789" sldId="272"/>
            <ac:spMk id="229" creationId="{C01524AB-A3B7-EE57-FFD5-3D00B7EFD02C}"/>
          </ac:spMkLst>
        </pc:spChg>
        <pc:spChg chg="add mod">
          <ac:chgData name="Bart Wolleswinkel" userId="b168cadc-1825-41ce-b9cc-7c7f06f6f31d" providerId="ADAL" clId="{22248CC1-9068-5BCB-B15B-4353FE48F57D}" dt="2026-01-25T21:01:36.617" v="1888" actId="207"/>
          <ac:spMkLst>
            <pc:docMk/>
            <pc:sldMk cId="3745362789" sldId="272"/>
            <ac:spMk id="240" creationId="{592F093B-0447-E802-C3BC-E6820D8F6C81}"/>
          </ac:spMkLst>
        </pc:spChg>
        <pc:spChg chg="add mod">
          <ac:chgData name="Bart Wolleswinkel" userId="b168cadc-1825-41ce-b9cc-7c7f06f6f31d" providerId="ADAL" clId="{22248CC1-9068-5BCB-B15B-4353FE48F57D}" dt="2026-01-25T21:01:51.977" v="1897" actId="20577"/>
          <ac:spMkLst>
            <pc:docMk/>
            <pc:sldMk cId="3745362789" sldId="272"/>
            <ac:spMk id="241" creationId="{7733469D-2302-5931-7F23-7FC3C97CD279}"/>
          </ac:spMkLst>
        </pc:spChg>
        <pc:spChg chg="add mod">
          <ac:chgData name="Bart Wolleswinkel" userId="b168cadc-1825-41ce-b9cc-7c7f06f6f31d" providerId="ADAL" clId="{22248CC1-9068-5BCB-B15B-4353FE48F57D}" dt="2026-01-25T21:02:52.402" v="1929" actId="20577"/>
          <ac:spMkLst>
            <pc:docMk/>
            <pc:sldMk cId="3745362789" sldId="272"/>
            <ac:spMk id="249" creationId="{AA29ECC2-FF79-6644-B189-4FB9723AAFC7}"/>
          </ac:spMkLst>
        </pc:spChg>
        <pc:cxnChg chg="add mod">
          <ac:chgData name="Bart Wolleswinkel" userId="b168cadc-1825-41ce-b9cc-7c7f06f6f31d" providerId="ADAL" clId="{22248CC1-9068-5BCB-B15B-4353FE48F57D}" dt="2026-01-25T20:04:20.020" v="1119" actId="208"/>
          <ac:cxnSpMkLst>
            <pc:docMk/>
            <pc:sldMk cId="3745362789" sldId="272"/>
            <ac:cxnSpMk id="15" creationId="{A62B800E-0A16-F987-EF24-DF69059CEB9A}"/>
          </ac:cxnSpMkLst>
        </pc:cxnChg>
        <pc:cxnChg chg="add mod">
          <ac:chgData name="Bart Wolleswinkel" userId="b168cadc-1825-41ce-b9cc-7c7f06f6f31d" providerId="ADAL" clId="{22248CC1-9068-5BCB-B15B-4353FE48F57D}" dt="2026-01-25T21:00:05.798" v="1876" actId="1076"/>
          <ac:cxnSpMkLst>
            <pc:docMk/>
            <pc:sldMk cId="3745362789" sldId="272"/>
            <ac:cxnSpMk id="28" creationId="{DAD4AA9C-12F9-EFD1-7833-17870FEEA0DF}"/>
          </ac:cxnSpMkLst>
        </pc:cxnChg>
        <pc:cxnChg chg="add mod">
          <ac:chgData name="Bart Wolleswinkel" userId="b168cadc-1825-41ce-b9cc-7c7f06f6f31d" providerId="ADAL" clId="{22248CC1-9068-5BCB-B15B-4353FE48F57D}" dt="2026-01-25T21:00:05.798" v="1876" actId="1076"/>
          <ac:cxnSpMkLst>
            <pc:docMk/>
            <pc:sldMk cId="3745362789" sldId="272"/>
            <ac:cxnSpMk id="33" creationId="{D6B66055-5C11-D771-E427-F7F2C66E7279}"/>
          </ac:cxnSpMkLst>
        </pc:cxnChg>
        <pc:cxnChg chg="add mod">
          <ac:chgData name="Bart Wolleswinkel" userId="b168cadc-1825-41ce-b9cc-7c7f06f6f31d" providerId="ADAL" clId="{22248CC1-9068-5BCB-B15B-4353FE48F57D}" dt="2026-01-25T20:52:41.761" v="1695" actId="1076"/>
          <ac:cxnSpMkLst>
            <pc:docMk/>
            <pc:sldMk cId="3745362789" sldId="272"/>
            <ac:cxnSpMk id="36" creationId="{207F6120-9686-F69D-405E-421C1556EF2B}"/>
          </ac:cxnSpMkLst>
        </pc:cxnChg>
        <pc:cxnChg chg="add mod">
          <ac:chgData name="Bart Wolleswinkel" userId="b168cadc-1825-41ce-b9cc-7c7f06f6f31d" providerId="ADAL" clId="{22248CC1-9068-5BCB-B15B-4353FE48F57D}" dt="2026-01-25T20:52:41.761" v="1695" actId="1076"/>
          <ac:cxnSpMkLst>
            <pc:docMk/>
            <pc:sldMk cId="3745362789" sldId="272"/>
            <ac:cxnSpMk id="40" creationId="{2F08BD0E-F260-6A17-9689-A7B48B343F21}"/>
          </ac:cxnSpMkLst>
        </pc:cxnChg>
        <pc:cxnChg chg="add mod">
          <ac:chgData name="Bart Wolleswinkel" userId="b168cadc-1825-41ce-b9cc-7c7f06f6f31d" providerId="ADAL" clId="{22248CC1-9068-5BCB-B15B-4353FE48F57D}" dt="2026-01-25T21:00:10.134" v="1877" actId="1076"/>
          <ac:cxnSpMkLst>
            <pc:docMk/>
            <pc:sldMk cId="3745362789" sldId="272"/>
            <ac:cxnSpMk id="50" creationId="{EB2BF31F-9AEC-C32B-FB36-31D4348F6433}"/>
          </ac:cxnSpMkLst>
        </pc:cxnChg>
        <pc:cxnChg chg="add mod">
          <ac:chgData name="Bart Wolleswinkel" userId="b168cadc-1825-41ce-b9cc-7c7f06f6f31d" providerId="ADAL" clId="{22248CC1-9068-5BCB-B15B-4353FE48F57D}" dt="2026-01-25T21:01:02.469" v="1880" actId="1076"/>
          <ac:cxnSpMkLst>
            <pc:docMk/>
            <pc:sldMk cId="3745362789" sldId="272"/>
            <ac:cxnSpMk id="55" creationId="{63CF3525-28E7-DEC1-1931-2281F4FC25FF}"/>
          </ac:cxnSpMkLst>
        </pc:cxnChg>
        <pc:cxnChg chg="add mod">
          <ac:chgData name="Bart Wolleswinkel" userId="b168cadc-1825-41ce-b9cc-7c7f06f6f31d" providerId="ADAL" clId="{22248CC1-9068-5BCB-B15B-4353FE48F57D}" dt="2026-01-25T21:01:02.469" v="1880" actId="1076"/>
          <ac:cxnSpMkLst>
            <pc:docMk/>
            <pc:sldMk cId="3745362789" sldId="272"/>
            <ac:cxnSpMk id="66" creationId="{85FFB5AB-CFCC-42F4-F4D1-E3C073076324}"/>
          </ac:cxnSpMkLst>
        </pc:cxnChg>
        <pc:cxnChg chg="add mod">
          <ac:chgData name="Bart Wolleswinkel" userId="b168cadc-1825-41ce-b9cc-7c7f06f6f31d" providerId="ADAL" clId="{22248CC1-9068-5BCB-B15B-4353FE48F57D}" dt="2026-01-25T20:34:17.281" v="1640" actId="1076"/>
          <ac:cxnSpMkLst>
            <pc:docMk/>
            <pc:sldMk cId="3745362789" sldId="272"/>
            <ac:cxnSpMk id="73" creationId="{2C38E8AB-790B-B11A-AAD8-70601181569E}"/>
          </ac:cxnSpMkLst>
        </pc:cxnChg>
        <pc:cxnChg chg="add mod">
          <ac:chgData name="Bart Wolleswinkel" userId="b168cadc-1825-41ce-b9cc-7c7f06f6f31d" providerId="ADAL" clId="{22248CC1-9068-5BCB-B15B-4353FE48F57D}" dt="2026-01-25T20:34:17.281" v="1640" actId="1076"/>
          <ac:cxnSpMkLst>
            <pc:docMk/>
            <pc:sldMk cId="3745362789" sldId="272"/>
            <ac:cxnSpMk id="76" creationId="{8A8A6C4A-7E61-D187-9C39-E79A8ECAD8FD}"/>
          </ac:cxnSpMkLst>
        </pc:cxnChg>
        <pc:cxnChg chg="add mod">
          <ac:chgData name="Bart Wolleswinkel" userId="b168cadc-1825-41ce-b9cc-7c7f06f6f31d" providerId="ADAL" clId="{22248CC1-9068-5BCB-B15B-4353FE48F57D}" dt="2026-01-25T21:00:00.036" v="1874" actId="1076"/>
          <ac:cxnSpMkLst>
            <pc:docMk/>
            <pc:sldMk cId="3745362789" sldId="272"/>
            <ac:cxnSpMk id="88" creationId="{7C6F7012-7A4D-1AB8-67AE-716BFE7BEAE2}"/>
          </ac:cxnSpMkLst>
        </pc:cxnChg>
        <pc:cxnChg chg="add mod">
          <ac:chgData name="Bart Wolleswinkel" userId="b168cadc-1825-41ce-b9cc-7c7f06f6f31d" providerId="ADAL" clId="{22248CC1-9068-5BCB-B15B-4353FE48F57D}" dt="2026-01-25T21:01:06.705" v="1881" actId="1076"/>
          <ac:cxnSpMkLst>
            <pc:docMk/>
            <pc:sldMk cId="3745362789" sldId="272"/>
            <ac:cxnSpMk id="95" creationId="{6687C6CA-092C-D384-3940-EA96D07976BE}"/>
          </ac:cxnSpMkLst>
        </pc:cxnChg>
        <pc:cxnChg chg="add mod">
          <ac:chgData name="Bart Wolleswinkel" userId="b168cadc-1825-41ce-b9cc-7c7f06f6f31d" providerId="ADAL" clId="{22248CC1-9068-5BCB-B15B-4353FE48F57D}" dt="2026-01-25T20:58:25.311" v="1862" actId="1076"/>
          <ac:cxnSpMkLst>
            <pc:docMk/>
            <pc:sldMk cId="3745362789" sldId="272"/>
            <ac:cxnSpMk id="101" creationId="{C1C588CF-D093-E0DC-57B9-40858E6145F5}"/>
          </ac:cxnSpMkLst>
        </pc:cxnChg>
        <pc:cxnChg chg="add mod">
          <ac:chgData name="Bart Wolleswinkel" userId="b168cadc-1825-41ce-b9cc-7c7f06f6f31d" providerId="ADAL" clId="{22248CC1-9068-5BCB-B15B-4353FE48F57D}" dt="2026-01-25T20:58:25.311" v="1862" actId="1076"/>
          <ac:cxnSpMkLst>
            <pc:docMk/>
            <pc:sldMk cId="3745362789" sldId="272"/>
            <ac:cxnSpMk id="109" creationId="{83308D39-15CB-3A52-0F7B-6CCCF7046A85}"/>
          </ac:cxnSpMkLst>
        </pc:cxnChg>
        <pc:cxnChg chg="add mod">
          <ac:chgData name="Bart Wolleswinkel" userId="b168cadc-1825-41ce-b9cc-7c7f06f6f31d" providerId="ADAL" clId="{22248CC1-9068-5BCB-B15B-4353FE48F57D}" dt="2026-01-25T20:52:25.844" v="1692" actId="1076"/>
          <ac:cxnSpMkLst>
            <pc:docMk/>
            <pc:sldMk cId="3745362789" sldId="272"/>
            <ac:cxnSpMk id="113" creationId="{27FA4E92-203F-F7B8-A48E-1988B4B6AACA}"/>
          </ac:cxnSpMkLst>
        </pc:cxnChg>
        <pc:cxnChg chg="add mod">
          <ac:chgData name="Bart Wolleswinkel" userId="b168cadc-1825-41ce-b9cc-7c7f06f6f31d" providerId="ADAL" clId="{22248CC1-9068-5BCB-B15B-4353FE48F57D}" dt="2026-01-25T21:02:39.181" v="1909" actId="1076"/>
          <ac:cxnSpMkLst>
            <pc:docMk/>
            <pc:sldMk cId="3745362789" sldId="272"/>
            <ac:cxnSpMk id="119" creationId="{44160C04-7EA7-7F25-ADA7-6F0D420FD3A5}"/>
          </ac:cxnSpMkLst>
        </pc:cxnChg>
        <pc:cxnChg chg="add mod">
          <ac:chgData name="Bart Wolleswinkel" userId="b168cadc-1825-41ce-b9cc-7c7f06f6f31d" providerId="ADAL" clId="{22248CC1-9068-5BCB-B15B-4353FE48F57D}" dt="2026-01-25T21:02:39.181" v="1909" actId="1076"/>
          <ac:cxnSpMkLst>
            <pc:docMk/>
            <pc:sldMk cId="3745362789" sldId="272"/>
            <ac:cxnSpMk id="122" creationId="{C1DFDD90-A6D7-F931-1E2B-DECADAD2D381}"/>
          </ac:cxnSpMkLst>
        </pc:cxnChg>
        <pc:cxnChg chg="add mod">
          <ac:chgData name="Bart Wolleswinkel" userId="b168cadc-1825-41ce-b9cc-7c7f06f6f31d" providerId="ADAL" clId="{22248CC1-9068-5BCB-B15B-4353FE48F57D}" dt="2026-01-25T20:52:51.746" v="1698" actId="1076"/>
          <ac:cxnSpMkLst>
            <pc:docMk/>
            <pc:sldMk cId="3745362789" sldId="272"/>
            <ac:cxnSpMk id="161" creationId="{B011F7EC-8451-CEDE-9366-A66104132FD9}"/>
          </ac:cxnSpMkLst>
        </pc:cxnChg>
        <pc:cxnChg chg="add mod">
          <ac:chgData name="Bart Wolleswinkel" userId="b168cadc-1825-41ce-b9cc-7c7f06f6f31d" providerId="ADAL" clId="{22248CC1-9068-5BCB-B15B-4353FE48F57D}" dt="2026-01-25T20:52:51.746" v="1698" actId="1076"/>
          <ac:cxnSpMkLst>
            <pc:docMk/>
            <pc:sldMk cId="3745362789" sldId="272"/>
            <ac:cxnSpMk id="164" creationId="{4F794AEF-497B-1A22-DB28-BBFFA3E27C98}"/>
          </ac:cxnSpMkLst>
        </pc:cxnChg>
        <pc:cxnChg chg="add mod">
          <ac:chgData name="Bart Wolleswinkel" userId="b168cadc-1825-41ce-b9cc-7c7f06f6f31d" providerId="ADAL" clId="{22248CC1-9068-5BCB-B15B-4353FE48F57D}" dt="2026-01-25T20:54:17.969" v="1729" actId="1076"/>
          <ac:cxnSpMkLst>
            <pc:docMk/>
            <pc:sldMk cId="3745362789" sldId="272"/>
            <ac:cxnSpMk id="197" creationId="{4617EE24-3B10-3A07-B052-2E6B5E65BCD1}"/>
          </ac:cxnSpMkLst>
        </pc:cxnChg>
        <pc:cxnChg chg="add mod">
          <ac:chgData name="Bart Wolleswinkel" userId="b168cadc-1825-41ce-b9cc-7c7f06f6f31d" providerId="ADAL" clId="{22248CC1-9068-5BCB-B15B-4353FE48F57D}" dt="2026-01-25T20:55:07.305" v="1777" actId="208"/>
          <ac:cxnSpMkLst>
            <pc:docMk/>
            <pc:sldMk cId="3745362789" sldId="272"/>
            <ac:cxnSpMk id="204" creationId="{025C75C2-61B6-FCAA-E6F9-9FC1FC79274A}"/>
          </ac:cxnSpMkLst>
        </pc:cxnChg>
        <pc:cxnChg chg="add mod">
          <ac:chgData name="Bart Wolleswinkel" userId="b168cadc-1825-41ce-b9cc-7c7f06f6f31d" providerId="ADAL" clId="{22248CC1-9068-5BCB-B15B-4353FE48F57D}" dt="2026-01-25T20:55:15.087" v="1780" actId="14100"/>
          <ac:cxnSpMkLst>
            <pc:docMk/>
            <pc:sldMk cId="3745362789" sldId="272"/>
            <ac:cxnSpMk id="207" creationId="{CB4B5254-DC92-726E-1774-DA769EDAC46E}"/>
          </ac:cxnSpMkLst>
        </pc:cxnChg>
        <pc:cxnChg chg="add mod">
          <ac:chgData name="Bart Wolleswinkel" userId="b168cadc-1825-41ce-b9cc-7c7f06f6f31d" providerId="ADAL" clId="{22248CC1-9068-5BCB-B15B-4353FE48F57D}" dt="2026-01-25T20:55:47.541" v="1792" actId="14100"/>
          <ac:cxnSpMkLst>
            <pc:docMk/>
            <pc:sldMk cId="3745362789" sldId="272"/>
            <ac:cxnSpMk id="212" creationId="{F05FEE1D-83B4-C478-6A63-C8C89DF47188}"/>
          </ac:cxnSpMkLst>
        </pc:cxnChg>
        <pc:cxnChg chg="add mod">
          <ac:chgData name="Bart Wolleswinkel" userId="b168cadc-1825-41ce-b9cc-7c7f06f6f31d" providerId="ADAL" clId="{22248CC1-9068-5BCB-B15B-4353FE48F57D}" dt="2026-01-25T20:55:53.651" v="1795" actId="14100"/>
          <ac:cxnSpMkLst>
            <pc:docMk/>
            <pc:sldMk cId="3745362789" sldId="272"/>
            <ac:cxnSpMk id="215" creationId="{D49A8E96-2F17-ED32-EB5F-1327A4B98B61}"/>
          </ac:cxnSpMkLst>
        </pc:cxnChg>
        <pc:cxnChg chg="add mod">
          <ac:chgData name="Bart Wolleswinkel" userId="b168cadc-1825-41ce-b9cc-7c7f06f6f31d" providerId="ADAL" clId="{22248CC1-9068-5BCB-B15B-4353FE48F57D}" dt="2026-01-25T20:55:59.575" v="1798" actId="14100"/>
          <ac:cxnSpMkLst>
            <pc:docMk/>
            <pc:sldMk cId="3745362789" sldId="272"/>
            <ac:cxnSpMk id="218" creationId="{944BE07B-C5B4-5EB9-A8FE-1D562ABA158A}"/>
          </ac:cxnSpMkLst>
        </pc:cxnChg>
        <pc:cxnChg chg="add mod">
          <ac:chgData name="Bart Wolleswinkel" userId="b168cadc-1825-41ce-b9cc-7c7f06f6f31d" providerId="ADAL" clId="{22248CC1-9068-5BCB-B15B-4353FE48F57D}" dt="2026-01-25T21:01:21.190" v="1885" actId="208"/>
          <ac:cxnSpMkLst>
            <pc:docMk/>
            <pc:sldMk cId="3745362789" sldId="272"/>
            <ac:cxnSpMk id="237" creationId="{8F86FDF7-E78F-13FC-AB63-7CC5935D358A}"/>
          </ac:cxnSpMkLst>
        </pc:cxnChg>
        <pc:cxnChg chg="add mod">
          <ac:chgData name="Bart Wolleswinkel" userId="b168cadc-1825-41ce-b9cc-7c7f06f6f31d" providerId="ADAL" clId="{22248CC1-9068-5BCB-B15B-4353FE48F57D}" dt="2026-01-25T21:02:00.281" v="1900" actId="14100"/>
          <ac:cxnSpMkLst>
            <pc:docMk/>
            <pc:sldMk cId="3745362789" sldId="272"/>
            <ac:cxnSpMk id="242" creationId="{C3B619C8-10A3-798A-4D95-173D9C7228FB}"/>
          </ac:cxnSpMkLst>
        </pc:cxnChg>
      </pc:sldChg>
      <pc:sldChg chg="addSp delSp modSp add mod">
        <pc:chgData name="Bart Wolleswinkel" userId="b168cadc-1825-41ce-b9cc-7c7f06f6f31d" providerId="ADAL" clId="{22248CC1-9068-5BCB-B15B-4353FE48F57D}" dt="2026-02-01T23:26:34.913" v="2459" actId="1076"/>
        <pc:sldMkLst>
          <pc:docMk/>
          <pc:sldMk cId="2057737708" sldId="273"/>
        </pc:sldMkLst>
        <pc:spChg chg="mod">
          <ac:chgData name="Bart Wolleswinkel" userId="b168cadc-1825-41ce-b9cc-7c7f06f6f31d" providerId="ADAL" clId="{22248CC1-9068-5BCB-B15B-4353FE48F57D}" dt="2026-02-01T23:24:17.590" v="2408" actId="14100"/>
          <ac:spMkLst>
            <pc:docMk/>
            <pc:sldMk cId="2057737708" sldId="273"/>
            <ac:spMk id="2" creationId="{6C94E02B-3177-6A8B-77D8-CCE06B0BE7DE}"/>
          </ac:spMkLst>
        </pc:spChg>
        <pc:spChg chg="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3" creationId="{8BBE5440-36D3-BB37-9447-F89FCFD791B5}"/>
          </ac:spMkLst>
        </pc:spChg>
        <pc:spChg chg="mod">
          <ac:chgData name="Bart Wolleswinkel" userId="b168cadc-1825-41ce-b9cc-7c7f06f6f31d" providerId="ADAL" clId="{22248CC1-9068-5BCB-B15B-4353FE48F57D}" dt="2026-02-01T23:24:13.641" v="2407" actId="1076"/>
          <ac:spMkLst>
            <pc:docMk/>
            <pc:sldMk cId="2057737708" sldId="273"/>
            <ac:spMk id="4" creationId="{60FA50A4-57DF-57D3-200B-9E194D94B0F1}"/>
          </ac:spMkLst>
        </pc:spChg>
        <pc:spChg chg="del">
          <ac:chgData name="Bart Wolleswinkel" userId="b168cadc-1825-41ce-b9cc-7c7f06f6f31d" providerId="ADAL" clId="{22248CC1-9068-5BCB-B15B-4353FE48F57D}" dt="2026-02-01T22:24:01.440" v="1959" actId="478"/>
          <ac:spMkLst>
            <pc:docMk/>
            <pc:sldMk cId="2057737708" sldId="273"/>
            <ac:spMk id="5" creationId="{2B93FE91-E622-C2AB-2BB4-20CA54F86A54}"/>
          </ac:spMkLst>
        </pc:spChg>
        <pc:spChg chg="del">
          <ac:chgData name="Bart Wolleswinkel" userId="b168cadc-1825-41ce-b9cc-7c7f06f6f31d" providerId="ADAL" clId="{22248CC1-9068-5BCB-B15B-4353FE48F57D}" dt="2026-02-01T22:23:52.950" v="1957" actId="478"/>
          <ac:spMkLst>
            <pc:docMk/>
            <pc:sldMk cId="2057737708" sldId="273"/>
            <ac:spMk id="6" creationId="{1488EF85-0DAA-2295-669E-3DCEFA941250}"/>
          </ac:spMkLst>
        </pc:spChg>
        <pc:spChg chg="add del">
          <ac:chgData name="Bart Wolleswinkel" userId="b168cadc-1825-41ce-b9cc-7c7f06f6f31d" providerId="ADAL" clId="{22248CC1-9068-5BCB-B15B-4353FE48F57D}" dt="2026-02-01T23:10:03.361" v="1971" actId="478"/>
          <ac:spMkLst>
            <pc:docMk/>
            <pc:sldMk cId="2057737708" sldId="273"/>
            <ac:spMk id="8" creationId="{700DC9FD-72F8-15FB-2576-FA235494726B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9" creationId="{651BFFA2-7068-1DB5-D305-EB810E17CAA8}"/>
          </ac:spMkLst>
        </pc:spChg>
        <pc:spChg chg="del">
          <ac:chgData name="Bart Wolleswinkel" userId="b168cadc-1825-41ce-b9cc-7c7f06f6f31d" providerId="ADAL" clId="{22248CC1-9068-5BCB-B15B-4353FE48F57D}" dt="2026-02-01T22:24:01.440" v="1959" actId="478"/>
          <ac:spMkLst>
            <pc:docMk/>
            <pc:sldMk cId="2057737708" sldId="273"/>
            <ac:spMk id="11" creationId="{8A6F2E58-1EBB-A6D7-2339-FE3CC55E01CA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12" creationId="{6F4017D5-8481-A93E-E9AE-4DD0F57483D7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13" creationId="{5B452667-6DEF-21B4-B642-5FF79F4EF6F0}"/>
          </ac:spMkLst>
        </pc:spChg>
        <pc:spChg chg="add del mod">
          <ac:chgData name="Bart Wolleswinkel" userId="b168cadc-1825-41ce-b9cc-7c7f06f6f31d" providerId="ADAL" clId="{22248CC1-9068-5BCB-B15B-4353FE48F57D}" dt="2026-02-01T23:12:47.980" v="2071" actId="478"/>
          <ac:spMkLst>
            <pc:docMk/>
            <pc:sldMk cId="2057737708" sldId="273"/>
            <ac:spMk id="14" creationId="{8C3941E3-39D2-08B5-C2D9-A9B14FBFD8A3}"/>
          </ac:spMkLst>
        </pc:spChg>
        <pc:spChg chg="add mod">
          <ac:chgData name="Bart Wolleswinkel" userId="b168cadc-1825-41ce-b9cc-7c7f06f6f31d" providerId="ADAL" clId="{22248CC1-9068-5BCB-B15B-4353FE48F57D}" dt="2026-02-01T23:12:29.048" v="2060" actId="1076"/>
          <ac:spMkLst>
            <pc:docMk/>
            <pc:sldMk cId="2057737708" sldId="273"/>
            <ac:spMk id="15" creationId="{41031022-D74A-227E-D6E4-D8BB6C1CCFBC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16" creationId="{7C4F104E-2A60-5095-637A-407528A9FCDA}"/>
          </ac:spMkLst>
        </pc:spChg>
        <pc:spChg chg="add mod">
          <ac:chgData name="Bart Wolleswinkel" userId="b168cadc-1825-41ce-b9cc-7c7f06f6f31d" providerId="ADAL" clId="{22248CC1-9068-5BCB-B15B-4353FE48F57D}" dt="2026-02-01T23:22:47.734" v="2388" actId="1076"/>
          <ac:spMkLst>
            <pc:docMk/>
            <pc:sldMk cId="2057737708" sldId="273"/>
            <ac:spMk id="17" creationId="{85AD6974-E7D6-77B6-1641-9771406C97A6}"/>
          </ac:spMkLst>
        </pc:spChg>
        <pc:spChg chg="del">
          <ac:chgData name="Bart Wolleswinkel" userId="b168cadc-1825-41ce-b9cc-7c7f06f6f31d" providerId="ADAL" clId="{22248CC1-9068-5BCB-B15B-4353FE48F57D}" dt="2026-02-01T22:24:01.440" v="1959" actId="478"/>
          <ac:spMkLst>
            <pc:docMk/>
            <pc:sldMk cId="2057737708" sldId="273"/>
            <ac:spMk id="18" creationId="{E471D13E-9272-E043-57DA-97BE0FD38FA8}"/>
          </ac:spMkLst>
        </pc:spChg>
        <pc:spChg chg="del">
          <ac:chgData name="Bart Wolleswinkel" userId="b168cadc-1825-41ce-b9cc-7c7f06f6f31d" providerId="ADAL" clId="{22248CC1-9068-5BCB-B15B-4353FE48F57D}" dt="2026-02-01T22:23:52.950" v="1957" actId="478"/>
          <ac:spMkLst>
            <pc:docMk/>
            <pc:sldMk cId="2057737708" sldId="273"/>
            <ac:spMk id="19" creationId="{9C848AF1-137A-8B24-8402-B3A7927D5F05}"/>
          </ac:spMkLst>
        </pc:spChg>
        <pc:spChg chg="add del mod">
          <ac:chgData name="Bart Wolleswinkel" userId="b168cadc-1825-41ce-b9cc-7c7f06f6f31d" providerId="ADAL" clId="{22248CC1-9068-5BCB-B15B-4353FE48F57D}" dt="2026-02-01T23:12:45.724" v="2070" actId="478"/>
          <ac:spMkLst>
            <pc:docMk/>
            <pc:sldMk cId="2057737708" sldId="273"/>
            <ac:spMk id="20" creationId="{3519ABCE-EC3C-C937-1ECE-0384D192CF96}"/>
          </ac:spMkLst>
        </pc:spChg>
        <pc:spChg chg="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21" creationId="{BCEFB855-606C-F36A-671F-B95F9442A656}"/>
          </ac:spMkLst>
        </pc:spChg>
        <pc:spChg chg="add mod">
          <ac:chgData name="Bart Wolleswinkel" userId="b168cadc-1825-41ce-b9cc-7c7f06f6f31d" providerId="ADAL" clId="{22248CC1-9068-5BCB-B15B-4353FE48F57D}" dt="2026-02-01T23:22:47.734" v="2388" actId="1076"/>
          <ac:spMkLst>
            <pc:docMk/>
            <pc:sldMk cId="2057737708" sldId="273"/>
            <ac:spMk id="22" creationId="{3363A49F-735C-7A87-6F94-BBB7E0699438}"/>
          </ac:spMkLst>
        </pc:spChg>
        <pc:spChg chg="add mod">
          <ac:chgData name="Bart Wolleswinkel" userId="b168cadc-1825-41ce-b9cc-7c7f06f6f31d" providerId="ADAL" clId="{22248CC1-9068-5BCB-B15B-4353FE48F57D}" dt="2026-02-01T23:22:47.734" v="2388" actId="1076"/>
          <ac:spMkLst>
            <pc:docMk/>
            <pc:sldMk cId="2057737708" sldId="273"/>
            <ac:spMk id="23" creationId="{65AA3A78-5033-86E0-31EA-1FA4FDD47D1B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4" creationId="{DFB36BFA-7EA6-2B8C-C3F6-395496D6201F}"/>
          </ac:spMkLst>
        </pc:spChg>
        <pc:spChg chg="add mod">
          <ac:chgData name="Bart Wolleswinkel" userId="b168cadc-1825-41ce-b9cc-7c7f06f6f31d" providerId="ADAL" clId="{22248CC1-9068-5BCB-B15B-4353FE48F57D}" dt="2026-02-01T23:13:31.570" v="2106"/>
          <ac:spMkLst>
            <pc:docMk/>
            <pc:sldMk cId="2057737708" sldId="273"/>
            <ac:spMk id="25" creationId="{E4AE7038-EF4E-D9C8-222F-E1DC1798461D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6" creationId="{C7313D93-EEE1-213D-5D23-3D58D21629CF}"/>
          </ac:spMkLst>
        </pc:spChg>
        <pc:spChg chg="add mod">
          <ac:chgData name="Bart Wolleswinkel" userId="b168cadc-1825-41ce-b9cc-7c7f06f6f31d" providerId="ADAL" clId="{22248CC1-9068-5BCB-B15B-4353FE48F57D}" dt="2026-02-01T23:20:59.192" v="2361" actId="14100"/>
          <ac:spMkLst>
            <pc:docMk/>
            <pc:sldMk cId="2057737708" sldId="273"/>
            <ac:spMk id="27" creationId="{BFFC65B2-658C-CC20-9711-785F3BF1411B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8" creationId="{3B44DA45-0771-58C6-6035-EF1B5D0453D0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29" creationId="{AA6D1758-3FB1-2C90-B080-8FDA222C0EC6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30" creationId="{58ED79A0-2BFA-E4E1-224E-CD3A1546A637}"/>
          </ac:spMkLst>
        </pc:spChg>
        <pc:spChg chg="add mod">
          <ac:chgData name="Bart Wolleswinkel" userId="b168cadc-1825-41ce-b9cc-7c7f06f6f31d" providerId="ADAL" clId="{22248CC1-9068-5BCB-B15B-4353FE48F57D}" dt="2026-02-01T23:16:57.729" v="2198" actId="1076"/>
          <ac:spMkLst>
            <pc:docMk/>
            <pc:sldMk cId="2057737708" sldId="273"/>
            <ac:spMk id="31" creationId="{101BD96C-FF2C-7E82-31D9-41E9CB64B239}"/>
          </ac:spMkLst>
        </pc:spChg>
        <pc:spChg chg="add mod">
          <ac:chgData name="Bart Wolleswinkel" userId="b168cadc-1825-41ce-b9cc-7c7f06f6f31d" providerId="ADAL" clId="{22248CC1-9068-5BCB-B15B-4353FE48F57D}" dt="2026-02-01T23:20:50.493" v="2359" actId="1037"/>
          <ac:spMkLst>
            <pc:docMk/>
            <pc:sldMk cId="2057737708" sldId="273"/>
            <ac:spMk id="32" creationId="{9D731D56-66CA-C45C-FADD-7771175BA830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33" creationId="{3268A4B7-8957-AAAA-8C0D-9D42B81B3075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34" creationId="{66467385-9FE1-7415-A9BA-BDD1E39E23D7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35" creationId="{BFA15793-FBF0-4816-E0FC-13598A5A93CC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36" creationId="{7949B69B-5975-EC35-DDEB-FAEBC7D2DF36}"/>
          </ac:spMkLst>
        </pc:spChg>
        <pc:spChg chg="add del mod">
          <ac:chgData name="Bart Wolleswinkel" userId="b168cadc-1825-41ce-b9cc-7c7f06f6f31d" providerId="ADAL" clId="{22248CC1-9068-5BCB-B15B-4353FE48F57D}" dt="2026-02-01T23:17:36.296" v="2238" actId="478"/>
          <ac:spMkLst>
            <pc:docMk/>
            <pc:sldMk cId="2057737708" sldId="273"/>
            <ac:spMk id="37" creationId="{ED8A1E53-977D-1818-2FB1-760A507C4BF8}"/>
          </ac:spMkLst>
        </pc:spChg>
        <pc:spChg chg="del">
          <ac:chgData name="Bart Wolleswinkel" userId="b168cadc-1825-41ce-b9cc-7c7f06f6f31d" providerId="ADAL" clId="{22248CC1-9068-5BCB-B15B-4353FE48F57D}" dt="2026-02-01T22:23:48.691" v="1956" actId="478"/>
          <ac:spMkLst>
            <pc:docMk/>
            <pc:sldMk cId="2057737708" sldId="273"/>
            <ac:spMk id="38" creationId="{80DF09E0-741A-7746-17B3-1F35A28EC922}"/>
          </ac:spMkLst>
        </pc:spChg>
        <pc:spChg chg="add del mod">
          <ac:chgData name="Bart Wolleswinkel" userId="b168cadc-1825-41ce-b9cc-7c7f06f6f31d" providerId="ADAL" clId="{22248CC1-9068-5BCB-B15B-4353FE48F57D}" dt="2026-02-01T23:17:36.296" v="2238" actId="478"/>
          <ac:spMkLst>
            <pc:docMk/>
            <pc:sldMk cId="2057737708" sldId="273"/>
            <ac:spMk id="39" creationId="{1D31A15B-48C2-A7C3-13B4-4B24F725C77D}"/>
          </ac:spMkLst>
        </pc:spChg>
        <pc:spChg chg="add del mod">
          <ac:chgData name="Bart Wolleswinkel" userId="b168cadc-1825-41ce-b9cc-7c7f06f6f31d" providerId="ADAL" clId="{22248CC1-9068-5BCB-B15B-4353FE48F57D}" dt="2026-02-01T23:17:36.296" v="2238" actId="478"/>
          <ac:spMkLst>
            <pc:docMk/>
            <pc:sldMk cId="2057737708" sldId="273"/>
            <ac:spMk id="40" creationId="{DBEC63F8-4C64-A828-AE9A-24386DA59CC5}"/>
          </ac:spMkLst>
        </pc:spChg>
        <pc:spChg chg="add del mod">
          <ac:chgData name="Bart Wolleswinkel" userId="b168cadc-1825-41ce-b9cc-7c7f06f6f31d" providerId="ADAL" clId="{22248CC1-9068-5BCB-B15B-4353FE48F57D}" dt="2026-02-01T23:17:36.296" v="2238" actId="478"/>
          <ac:spMkLst>
            <pc:docMk/>
            <pc:sldMk cId="2057737708" sldId="273"/>
            <ac:spMk id="41" creationId="{B367C0C4-0847-6024-7976-DBFC3A8EF5B1}"/>
          </ac:spMkLst>
        </pc:spChg>
        <pc:spChg chg="del">
          <ac:chgData name="Bart Wolleswinkel" userId="b168cadc-1825-41ce-b9cc-7c7f06f6f31d" providerId="ADAL" clId="{22248CC1-9068-5BCB-B15B-4353FE48F57D}" dt="2026-02-01T22:23:58.266" v="1958" actId="478"/>
          <ac:spMkLst>
            <pc:docMk/>
            <pc:sldMk cId="2057737708" sldId="273"/>
            <ac:spMk id="42" creationId="{A22993F7-11E1-4B67-28A6-B846FCD13705}"/>
          </ac:spMkLst>
        </pc:spChg>
        <pc:spChg chg="del">
          <ac:chgData name="Bart Wolleswinkel" userId="b168cadc-1825-41ce-b9cc-7c7f06f6f31d" providerId="ADAL" clId="{22248CC1-9068-5BCB-B15B-4353FE48F57D}" dt="2026-02-01T22:23:58.266" v="1958" actId="478"/>
          <ac:spMkLst>
            <pc:docMk/>
            <pc:sldMk cId="2057737708" sldId="273"/>
            <ac:spMk id="43" creationId="{0C676A3C-2E85-71C2-B883-640B79C6C5E1}"/>
          </ac:spMkLst>
        </pc:spChg>
        <pc:spChg chg="add del mod">
          <ac:chgData name="Bart Wolleswinkel" userId="b168cadc-1825-41ce-b9cc-7c7f06f6f31d" providerId="ADAL" clId="{22248CC1-9068-5BCB-B15B-4353FE48F57D}" dt="2026-02-01T23:17:36.296" v="2238" actId="478"/>
          <ac:spMkLst>
            <pc:docMk/>
            <pc:sldMk cId="2057737708" sldId="273"/>
            <ac:spMk id="44" creationId="{014E3219-746A-C2FB-1E97-11490A33B408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45" creationId="{51507276-70CA-9BFA-5061-5505788F329A}"/>
          </ac:spMkLst>
        </pc:spChg>
        <pc:spChg chg="del">
          <ac:chgData name="Bart Wolleswinkel" userId="b168cadc-1825-41ce-b9cc-7c7f06f6f31d" providerId="ADAL" clId="{22248CC1-9068-5BCB-B15B-4353FE48F57D}" dt="2026-02-01T22:23:52.950" v="1957" actId="478"/>
          <ac:spMkLst>
            <pc:docMk/>
            <pc:sldMk cId="2057737708" sldId="273"/>
            <ac:spMk id="46" creationId="{4B6BEFFE-4335-8DEB-9668-BC69581CDA66}"/>
          </ac:spMkLst>
        </pc:spChg>
        <pc:spChg chg="del">
          <ac:chgData name="Bart Wolleswinkel" userId="b168cadc-1825-41ce-b9cc-7c7f06f6f31d" providerId="ADAL" clId="{22248CC1-9068-5BCB-B15B-4353FE48F57D}" dt="2026-02-01T23:11:04.482" v="2007" actId="478"/>
          <ac:spMkLst>
            <pc:docMk/>
            <pc:sldMk cId="2057737708" sldId="273"/>
            <ac:spMk id="47" creationId="{C8B24335-7177-3C13-B26B-C97BC16718EA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48" creationId="{67FB07D6-16EE-14AD-4483-30EF2FE0B8ED}"/>
          </ac:spMkLst>
        </pc:spChg>
        <pc:spChg chg="add mod">
          <ac:chgData name="Bart Wolleswinkel" userId="b168cadc-1825-41ce-b9cc-7c7f06f6f31d" providerId="ADAL" clId="{22248CC1-9068-5BCB-B15B-4353FE48F57D}" dt="2026-02-01T23:18:12.450" v="2271"/>
          <ac:spMkLst>
            <pc:docMk/>
            <pc:sldMk cId="2057737708" sldId="273"/>
            <ac:spMk id="49" creationId="{D0BFE949-EF07-400B-C1C7-70AE41031449}"/>
          </ac:spMkLst>
        </pc:spChg>
        <pc:spChg chg="add mod">
          <ac:chgData name="Bart Wolleswinkel" userId="b168cadc-1825-41ce-b9cc-7c7f06f6f31d" providerId="ADAL" clId="{22248CC1-9068-5BCB-B15B-4353FE48F57D}" dt="2026-02-01T23:20:56.534" v="2360" actId="1076"/>
          <ac:spMkLst>
            <pc:docMk/>
            <pc:sldMk cId="2057737708" sldId="273"/>
            <ac:spMk id="50" creationId="{5E855ACF-96B7-0FF8-3B7C-E7212141FCD3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51" creationId="{EA21E40C-9D6A-BA51-FDA1-BA1D20D05BB6}"/>
          </ac:spMkLst>
        </pc:spChg>
        <pc:spChg chg="add del mod">
          <ac:chgData name="Bart Wolleswinkel" userId="b168cadc-1825-41ce-b9cc-7c7f06f6f31d" providerId="ADAL" clId="{22248CC1-9068-5BCB-B15B-4353FE48F57D}" dt="2026-02-01T23:26:28.324" v="2458" actId="478"/>
          <ac:spMkLst>
            <pc:docMk/>
            <pc:sldMk cId="2057737708" sldId="273"/>
            <ac:spMk id="52" creationId="{113A40E4-498D-51E4-C9F4-CE34EFBECAF4}"/>
          </ac:spMkLst>
        </pc:spChg>
        <pc:spChg chg="add mod">
          <ac:chgData name="Bart Wolleswinkel" userId="b168cadc-1825-41ce-b9cc-7c7f06f6f31d" providerId="ADAL" clId="{22248CC1-9068-5BCB-B15B-4353FE48F57D}" dt="2026-02-01T23:20:41.030" v="2332" actId="2711"/>
          <ac:spMkLst>
            <pc:docMk/>
            <pc:sldMk cId="2057737708" sldId="273"/>
            <ac:spMk id="53" creationId="{30A46D95-71EA-8254-832D-B4F328961B27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54" creationId="{647FD90C-F2FA-D876-45E9-F24FCE630DD9}"/>
          </ac:spMkLst>
        </pc:spChg>
        <pc:spChg chg="add mod">
          <ac:chgData name="Bart Wolleswinkel" userId="b168cadc-1825-41ce-b9cc-7c7f06f6f31d" providerId="ADAL" clId="{22248CC1-9068-5BCB-B15B-4353FE48F57D}" dt="2026-02-01T23:22:34.069" v="2386" actId="14100"/>
          <ac:spMkLst>
            <pc:docMk/>
            <pc:sldMk cId="2057737708" sldId="273"/>
            <ac:spMk id="55" creationId="{FF631887-50B4-6091-3630-266DF9651A09}"/>
          </ac:spMkLst>
        </pc:spChg>
        <pc:spChg chg="add mod">
          <ac:chgData name="Bart Wolleswinkel" userId="b168cadc-1825-41ce-b9cc-7c7f06f6f31d" providerId="ADAL" clId="{22248CC1-9068-5BCB-B15B-4353FE48F57D}" dt="2026-02-01T23:22:15.874" v="2374" actId="20577"/>
          <ac:spMkLst>
            <pc:docMk/>
            <pc:sldMk cId="2057737708" sldId="273"/>
            <ac:spMk id="56" creationId="{32ADC7F9-83BA-2E17-8F60-8CF9696FE40F}"/>
          </ac:spMkLst>
        </pc:spChg>
        <pc:spChg chg="add mod">
          <ac:chgData name="Bart Wolleswinkel" userId="b168cadc-1825-41ce-b9cc-7c7f06f6f31d" providerId="ADAL" clId="{22248CC1-9068-5BCB-B15B-4353FE48F57D}" dt="2026-02-01T23:22:17.979" v="2377" actId="20577"/>
          <ac:spMkLst>
            <pc:docMk/>
            <pc:sldMk cId="2057737708" sldId="273"/>
            <ac:spMk id="57" creationId="{E91FB0A1-9BE3-49BF-384C-2390FB7D5498}"/>
          </ac:spMkLst>
        </pc:spChg>
        <pc:spChg chg="add mod">
          <ac:chgData name="Bart Wolleswinkel" userId="b168cadc-1825-41ce-b9cc-7c7f06f6f31d" providerId="ADAL" clId="{22248CC1-9068-5BCB-B15B-4353FE48F57D}" dt="2026-02-01T23:22:22.763" v="2383" actId="20577"/>
          <ac:spMkLst>
            <pc:docMk/>
            <pc:sldMk cId="2057737708" sldId="273"/>
            <ac:spMk id="58" creationId="{493615C2-5A50-0A5B-5A19-D6974906E46E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59" creationId="{477D4F4B-3ED4-F211-A781-5C8B0266EC8B}"/>
          </ac:spMkLst>
        </pc:spChg>
        <pc:spChg chg="add mod">
          <ac:chgData name="Bart Wolleswinkel" userId="b168cadc-1825-41ce-b9cc-7c7f06f6f31d" providerId="ADAL" clId="{22248CC1-9068-5BCB-B15B-4353FE48F57D}" dt="2026-02-01T23:23:37.893" v="2399" actId="20577"/>
          <ac:spMkLst>
            <pc:docMk/>
            <pc:sldMk cId="2057737708" sldId="273"/>
            <ac:spMk id="60" creationId="{42F6EBDB-7F73-DF34-C679-AF302DAFFFF0}"/>
          </ac:spMkLst>
        </pc:spChg>
        <pc:spChg chg="add mod">
          <ac:chgData name="Bart Wolleswinkel" userId="b168cadc-1825-41ce-b9cc-7c7f06f6f31d" providerId="ADAL" clId="{22248CC1-9068-5BCB-B15B-4353FE48F57D}" dt="2026-02-01T23:24:11.451" v="2406" actId="1076"/>
          <ac:spMkLst>
            <pc:docMk/>
            <pc:sldMk cId="2057737708" sldId="273"/>
            <ac:spMk id="61" creationId="{B56C31EE-F0FE-A4FC-F6D3-3B805FBF80A9}"/>
          </ac:spMkLst>
        </pc:spChg>
        <pc:spChg chg="add mod">
          <ac:chgData name="Bart Wolleswinkel" userId="b168cadc-1825-41ce-b9cc-7c7f06f6f31d" providerId="ADAL" clId="{22248CC1-9068-5BCB-B15B-4353FE48F57D}" dt="2026-02-01T23:24:19.832" v="2409" actId="20577"/>
          <ac:spMkLst>
            <pc:docMk/>
            <pc:sldMk cId="2057737708" sldId="273"/>
            <ac:spMk id="62" creationId="{F0C45318-9FEF-FD3F-9576-8B757B98D009}"/>
          </ac:spMkLst>
        </pc:spChg>
        <pc:spChg chg="add mod">
          <ac:chgData name="Bart Wolleswinkel" userId="b168cadc-1825-41ce-b9cc-7c7f06f6f31d" providerId="ADAL" clId="{22248CC1-9068-5BCB-B15B-4353FE48F57D}" dt="2026-02-01T23:24:27.999" v="2412" actId="20577"/>
          <ac:spMkLst>
            <pc:docMk/>
            <pc:sldMk cId="2057737708" sldId="273"/>
            <ac:spMk id="63" creationId="{804E02F5-9EE2-8191-6A36-665187C1566B}"/>
          </ac:spMkLst>
        </pc:spChg>
        <pc:spChg chg="add mod">
          <ac:chgData name="Bart Wolleswinkel" userId="b168cadc-1825-41ce-b9cc-7c7f06f6f31d" providerId="ADAL" clId="{22248CC1-9068-5BCB-B15B-4353FE48F57D}" dt="2026-02-01T23:26:34.913" v="2459" actId="1076"/>
          <ac:spMkLst>
            <pc:docMk/>
            <pc:sldMk cId="2057737708" sldId="273"/>
            <ac:spMk id="64" creationId="{56C5E1D9-4DFF-CDE3-EAD4-4457A229FFF0}"/>
          </ac:spMkLst>
        </pc:spChg>
        <pc:spChg chg="add mod">
          <ac:chgData name="Bart Wolleswinkel" userId="b168cadc-1825-41ce-b9cc-7c7f06f6f31d" providerId="ADAL" clId="{22248CC1-9068-5BCB-B15B-4353FE48F57D}" dt="2026-02-01T23:26:34.913" v="2459" actId="1076"/>
          <ac:spMkLst>
            <pc:docMk/>
            <pc:sldMk cId="2057737708" sldId="273"/>
            <ac:spMk id="65" creationId="{6065393B-E563-19C2-BC97-ECC93F928548}"/>
          </ac:spMkLst>
        </pc:spChg>
        <pc:cxnChg chg="del mod">
          <ac:chgData name="Bart Wolleswinkel" userId="b168cadc-1825-41ce-b9cc-7c7f06f6f31d" providerId="ADAL" clId="{22248CC1-9068-5BCB-B15B-4353FE48F57D}" dt="2026-02-01T22:23:58.266" v="1958" actId="478"/>
          <ac:cxnSpMkLst>
            <pc:docMk/>
            <pc:sldMk cId="2057737708" sldId="273"/>
            <ac:cxnSpMk id="10" creationId="{12884B9A-3FCC-2625-6CA8-6789EBFA6795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266C6-DF1F-216D-341F-2411E17DAE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872B93-08DC-26BF-D14B-1C3A518D3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FAF1C-4437-09F0-D87F-0B1B878E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467C6-CD35-4C94-F06E-552991171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9D6DE-8481-DE95-3524-8314E91D9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23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8DFA0-91D8-AA55-11E2-CFF0631CF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EA3F8-B5B0-CB49-C40F-351D7E66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328C5-AF80-78AE-7032-5F39FA84B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E8398-9AB0-D487-7A36-FF9F166B8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A1A38-9E3C-EB91-4C55-9EEE64C6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632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C851-38A2-964E-6EF0-DCEAB549C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28670-5CCA-827B-E668-0571EBF42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51A8D-727C-CBB7-7FD0-D20154837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645E1-53F6-F659-02CF-D182077BC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010C4-63E6-892A-8091-9001B0D23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76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64DE-14DC-105C-17F8-57F2CCE0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1DDF3-4C46-1380-4E8B-5D7F7269D2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25F9-B01A-1FF1-2867-C6D728CF31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69CAD7-715A-C255-092B-984674F87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B7EC5-AB7D-9413-FC4C-EAF79EF2A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9D496-C7C1-970F-D725-6A50D625E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854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A6BA-5D39-31CB-D46B-B7EB05783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F3B8AC-96EE-0E07-44E0-B3A99B326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E6915B-0208-9E3E-82BD-F22272CF8F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BFA486-DF7A-BC23-B726-CA20A958E4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BAC07-D651-068D-330A-67152BC94D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7148E4-DEE9-5940-7B7B-E5C59B77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B6EF22-4BD1-BB6F-F8DD-895BBDB7E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79C62-0E11-3915-C048-33D4CC3D6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118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BF1FC-89C8-B745-F181-4EC2CA86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7506F3-763F-AE9E-1516-C57F832B1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B29D14-FC67-2B22-EFA5-C139B792C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14BEB1-4CE0-45EB-47C8-B991F2D57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4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6476EF-61A1-3BD0-0F76-941A00564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D8582-512A-3A25-B6E9-A681C29FE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A2B84-2606-DDF4-AB75-60B5C14B2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0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3897-3148-148D-D79B-9DBEE233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4C7B-5CF9-8490-439A-3F5E93E70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0D746-884F-81CA-3181-102D37204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71C4A-A5C7-C34E-0FB3-A3722085E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7CCA-72DC-749A-21F0-3A15A0678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D2A0DD-65FB-0D6F-73F0-B7897EE01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71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826FB-4C4B-F598-BF8E-8B60C6426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DCE053-CA85-8E71-A404-785F7B0590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FF2738-3D96-1D9B-8225-9DDEA557D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A287B-79D3-4627-6026-592FE4A78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0BBDA-3CB9-FD8F-3D72-9F75BDD3B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5EAFEF-B963-6B2E-1E0C-0AA14099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33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AC2E8-2615-6D69-1FB4-C71C6E9D5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5976D-2367-EC61-87D0-AEAF0C8E33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5B3B7-EF43-4B84-E7C8-0F16CD3A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B1169-E005-E32D-6C3C-60CC0ED7F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59F8F-2FDF-8BE9-1197-E75A29E6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00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AFFFD0-C819-AF80-D8E1-60FA1F7681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9A07B-DD6F-17CB-737D-D18E0F478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AC1CA-707F-6A18-CEFE-D1EE34FD5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7669C-B4C1-391F-E522-464B8724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9F461-29ED-A9DD-0E25-0095834F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87B60F-64C4-2891-D1F4-7291C32ED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51CC7-6D44-FFAD-3183-6EF3B802E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0F536-029E-0F55-0D7F-08C6198F56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8718F5-1E4A-7D42-8173-5979EE6FBC1A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B27D0B-029B-AC43-8DD3-10D86CB77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9CF72-3DE5-ED3E-0860-C1133DE61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3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2D63-90DE-8FC5-4122-5EC6AA7A9F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…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477E22-FC94-A274-DB4C-78FF84838B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A control-oriented Python package emulation numeric </a:t>
            </a:r>
            <a:r>
              <a:rPr lang="en-US" noProof="0"/>
              <a:t>types for </a:t>
            </a:r>
            <a:r>
              <a:rPr lang="en-US" noProof="0" dirty="0"/>
              <a:t>polytopes, ellipsoids, and subspaces.</a:t>
            </a:r>
          </a:p>
        </p:txBody>
      </p:sp>
    </p:spTree>
    <p:extLst>
      <p:ext uri="{BB962C8B-B14F-4D97-AF65-F5344CB8AC3E}">
        <p14:creationId xmlns:p14="http://schemas.microsoft.com/office/powerpoint/2010/main" val="2563034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322A1-3F24-5966-98FF-CCC04F2C0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6C9C2-D843-DBB7-0F72-B9A8EAC84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Numeric Type Emulation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Visualization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H-representation and V-representation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Degeneracy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Inter-object integration 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Third-party integration (matplotlib/</a:t>
            </a:r>
            <a:r>
              <a:rPr lang="en-US" noProof="0" dirty="0" err="1"/>
              <a:t>cvxpy</a:t>
            </a:r>
            <a:r>
              <a:rPr lang="en-US" noProof="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Lazy evaluation/loading</a:t>
            </a:r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48731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236BF-95E1-F4FB-37F4-A1D55E07A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90F78-7166-DF2C-BEAC-09EF4A18C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Math operators write like code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Goal: To write your code as you would write your math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CDD0C5-142A-CDEC-B724-26BF17C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507" y="2514094"/>
            <a:ext cx="5660985" cy="11084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61BDEB-E2F2-534E-902A-D87308EB7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749" y="3622580"/>
            <a:ext cx="4254500" cy="170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3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436EB-8D90-2618-CCDC-6487BAD70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E83CB-22A8-0ED0-9666-D21F165B1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F66623-CE24-406B-437E-DC489FDF428B}"/>
              </a:ext>
            </a:extLst>
          </p:cNvPr>
          <p:cNvGrpSpPr/>
          <p:nvPr/>
        </p:nvGrpSpPr>
        <p:grpSpPr>
          <a:xfrm>
            <a:off x="1911354" y="1864308"/>
            <a:ext cx="8369291" cy="4802187"/>
            <a:chOff x="2432129" y="1690688"/>
            <a:chExt cx="7327740" cy="420455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AA6F78C-6552-3A17-C0C1-1EBDC7472D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3617"/>
            <a:stretch>
              <a:fillRect/>
            </a:stretch>
          </p:blipFill>
          <p:spPr>
            <a:xfrm>
              <a:off x="2432130" y="5081286"/>
              <a:ext cx="7327739" cy="81396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45287F6-87E7-36BF-C33B-3DB930596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31758"/>
            <a:stretch>
              <a:fillRect/>
            </a:stretch>
          </p:blipFill>
          <p:spPr>
            <a:xfrm>
              <a:off x="2432129" y="1690688"/>
              <a:ext cx="7327739" cy="3390598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6FAC8EF-8918-EB41-FEA6-BB3C2A982922}"/>
              </a:ext>
            </a:extLst>
          </p:cNvPr>
          <p:cNvSpPr txBox="1"/>
          <p:nvPr/>
        </p:nvSpPr>
        <p:spPr>
          <a:xfrm>
            <a:off x="2233915" y="1494976"/>
            <a:ext cx="1179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Operation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646E99-31A4-D25C-EC3B-1B5E9B55C85A}"/>
              </a:ext>
            </a:extLst>
          </p:cNvPr>
          <p:cNvSpPr txBox="1"/>
          <p:nvPr/>
        </p:nvSpPr>
        <p:spPr>
          <a:xfrm>
            <a:off x="4134092" y="1506022"/>
            <a:ext cx="932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938114-D7AC-3B42-A8DF-84DBDBD676C8}"/>
              </a:ext>
            </a:extLst>
          </p:cNvPr>
          <p:cNvSpPr txBox="1"/>
          <p:nvPr/>
        </p:nvSpPr>
        <p:spPr>
          <a:xfrm>
            <a:off x="6451231" y="1494976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Method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F70C75-145D-2974-3B75-43F0D7BFF597}"/>
              </a:ext>
            </a:extLst>
          </p:cNvPr>
          <p:cNvSpPr txBox="1"/>
          <p:nvPr/>
        </p:nvSpPr>
        <p:spPr>
          <a:xfrm>
            <a:off x="8792020" y="1494976"/>
            <a:ext cx="690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Math</a:t>
            </a:r>
          </a:p>
        </p:txBody>
      </p:sp>
    </p:spTree>
    <p:extLst>
      <p:ext uri="{BB962C8B-B14F-4D97-AF65-F5344CB8AC3E}">
        <p14:creationId xmlns:p14="http://schemas.microsoft.com/office/powerpoint/2010/main" val="2523502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CEE4-D9E4-ADB4-69D6-1A39FBC31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14D7B-B72A-2E84-400A-D42043396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002F63-6A3A-2E93-5AD8-FC7A3A558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noProof="0" dirty="0"/>
              <a:t>n = 1</a:t>
            </a:r>
          </a:p>
          <a:p>
            <a:r>
              <a:rPr lang="en-US" noProof="0" dirty="0"/>
              <a:t>n = 2</a:t>
            </a:r>
          </a:p>
          <a:p>
            <a:r>
              <a:rPr lang="en-US" noProof="0" dirty="0"/>
              <a:t>n = 3</a:t>
            </a:r>
          </a:p>
        </p:txBody>
      </p:sp>
      <p:pic>
        <p:nvPicPr>
          <p:cNvPr id="11" name="Picture 10" descr="A graph of a oval in a grid&#10;&#10;AI-generated content may be incorrect.">
            <a:extLst>
              <a:ext uri="{FF2B5EF4-FFF2-40B4-BE49-F238E27FC236}">
                <a16:creationId xmlns:a16="http://schemas.microsoft.com/office/drawing/2014/main" id="{5980309A-2DC5-9F55-F477-85F5CCB85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381" y="2753584"/>
            <a:ext cx="2827438" cy="23102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D5852F-1D36-5656-AD50-AA6EB80B4829}"/>
              </a:ext>
            </a:extLst>
          </p:cNvPr>
          <p:cNvSpPr txBox="1"/>
          <p:nvPr/>
        </p:nvSpPr>
        <p:spPr>
          <a:xfrm>
            <a:off x="2118845" y="5764044"/>
            <a:ext cx="687468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Plotting polytopes in 2D/3D requires ‘sorting’ the vertices/associating each vertex with its corresponding halfplane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A4EFDDD7-DAC3-AF3A-556B-34E5A68449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13" t="14432" r="8302" b="8890"/>
          <a:stretch>
            <a:fillRect/>
          </a:stretch>
        </p:blipFill>
        <p:spPr bwMode="auto">
          <a:xfrm>
            <a:off x="5289871" y="2753584"/>
            <a:ext cx="2827438" cy="231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BBBD3B-FC34-AA92-AFD2-3FA80FDEBB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0888" y="2688164"/>
            <a:ext cx="2531279" cy="2576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348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D9DF1-4C77-12DC-8531-9927F0AE6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7178D-EA2F-DAD2-E948-C9BB177DF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EAC4FD7-0C6C-443D-C688-EF13A102E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Also, extensive pretty printing and printing formats for the different classes.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49086B-A3CD-99FB-32A6-02258A07E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35" y="3015907"/>
            <a:ext cx="4045260" cy="8304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2DA55B1-59FF-500D-AD9D-546017A65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977" y="4663783"/>
            <a:ext cx="7586849" cy="7371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B9DAE0-E0F0-AE49-DDCD-4B2898C581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402" y="2802550"/>
            <a:ext cx="5082788" cy="12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1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F2BA3-3ADE-0C66-50CF-27866EACF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2EE6A-AD05-6EA6-1A4A-7EA327C1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3. H-representation and V-representation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88D0C5-9C20-8EDC-28CB-9D9FA974C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 polytope can be represented as either an H-representation or a V-representation: upon creation, the other representation is not explicitly computed (because this can be computationally very expensive).</a:t>
            </a:r>
          </a:p>
          <a:p>
            <a:r>
              <a:rPr lang="en-US" noProof="0" dirty="0"/>
              <a:t>Achieved by operator overload of __</a:t>
            </a:r>
            <a:r>
              <a:rPr lang="en-US" noProof="0" dirty="0" err="1"/>
              <a:t>init</a:t>
            </a:r>
            <a:r>
              <a:rPr lang="en-US" noProof="0" dirty="0"/>
              <a:t>__ method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B8FC3-8718-3D02-C2DA-DF27B7F4C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469" y="4001294"/>
            <a:ext cx="4063678" cy="2543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301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02F0-B295-3CBC-0C07-E4C4618F6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5BDF2-9E97-C703-B53F-458CDBB9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4. Degeneracy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FC3F66B-5B1C-5DC6-40A2-60B545495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package can deal with two types of degeneracy.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7E9B99-D70D-75A2-F074-0FEBC629E012}"/>
              </a:ext>
            </a:extLst>
          </p:cNvPr>
          <p:cNvSpPr txBox="1"/>
          <p:nvPr/>
        </p:nvSpPr>
        <p:spPr>
          <a:xfrm>
            <a:off x="3127432" y="5764044"/>
            <a:ext cx="593713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There are an increasing number of edge-cases to consider when dealing with degeneracy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1CF6B96-25D7-4892-D46D-18C18B965577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r>
              <a:rPr lang="en-US" dirty="0"/>
              <a:t>Type-0 degeneracy </a:t>
            </a:r>
          </a:p>
          <a:p>
            <a:pPr marL="0" indent="0">
              <a:buNone/>
            </a:pPr>
            <a:r>
              <a:rPr lang="en-US" dirty="0"/>
              <a:t>(no volume, ‘flat’)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r>
              <a:rPr lang="en-US" dirty="0"/>
              <a:t>Type-∞ degeneracy </a:t>
            </a:r>
          </a:p>
          <a:p>
            <a:pPr marL="0" indent="0">
              <a:buNone/>
            </a:pPr>
            <a:r>
              <a:rPr lang="en-US" dirty="0"/>
              <a:t>(infinite volume, ‘unbounded’)</a:t>
            </a:r>
          </a:p>
        </p:txBody>
      </p:sp>
      <p:pic>
        <p:nvPicPr>
          <p:cNvPr id="10" name="Picture 9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0CE8FCA6-3C82-445A-1A72-4E866C643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375" y="3397774"/>
            <a:ext cx="3858229" cy="2231333"/>
          </a:xfrm>
          <a:prstGeom prst="rect">
            <a:avLst/>
          </a:prstGeom>
        </p:spPr>
      </p:pic>
      <p:pic>
        <p:nvPicPr>
          <p:cNvPr id="12" name="Picture 11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24CCA0F4-24C1-AEF7-B042-FEC1B61B9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126" y="3325618"/>
            <a:ext cx="2599483" cy="23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6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EF6F4-8AF4-E484-83E6-38FB266F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5311A-285F-1AF0-AA22-035F5475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5. Inter-object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FFE622F-DF29-F4DB-3761-6132F1BF7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allows the user to do operations between objects of different classes seamlessly.</a:t>
            </a:r>
          </a:p>
          <a:p>
            <a:r>
              <a:rPr lang="en-US" noProof="0" dirty="0"/>
              <a:t>Intersection ellipsoid with subspace -&gt; ellipsoid</a:t>
            </a:r>
          </a:p>
          <a:p>
            <a:r>
              <a:rPr lang="en-US" noProof="0" dirty="0"/>
              <a:t>Projection of polytope on subspace -&gt; polytope</a:t>
            </a:r>
          </a:p>
          <a:p>
            <a:r>
              <a:rPr lang="en-US" noProof="0" dirty="0"/>
              <a:t>Over/under-approximating an ellipsoid with a polytope</a:t>
            </a:r>
          </a:p>
          <a:p>
            <a:r>
              <a:rPr lang="en-US" noProof="0" dirty="0"/>
              <a:t>Over/under-approximating a polytope with an ellipsoid</a:t>
            </a:r>
          </a:p>
          <a:p>
            <a:r>
              <a:rPr lang="en-US" noProof="0" dirty="0"/>
              <a:t>⋮</a:t>
            </a:r>
          </a:p>
        </p:txBody>
      </p:sp>
    </p:spTree>
    <p:extLst>
      <p:ext uri="{BB962C8B-B14F-4D97-AF65-F5344CB8AC3E}">
        <p14:creationId xmlns:p14="http://schemas.microsoft.com/office/powerpoint/2010/main" val="3686185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443AF-D87D-72C4-C0B5-43B921A83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E7113-CCF9-8A13-4E22-BF2A99CFA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6. External libraries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51A29D-AE98-D7FA-EE99-8D99F65154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has special integration features with external libraries.</a:t>
            </a:r>
          </a:p>
          <a:p>
            <a:r>
              <a:rPr lang="en-US" noProof="0" dirty="0" err="1"/>
              <a:t>cvxpy</a:t>
            </a:r>
            <a:r>
              <a:rPr lang="en-US" noProof="0" dirty="0"/>
              <a:t>: used for internal optimization and external convex optimization problems formulation.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640261-66E3-4718-6FCF-FF62042E2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011" y="3325098"/>
            <a:ext cx="8681977" cy="832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444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68A-2FF9-EEF0-AD71-4287E9686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79F48-7165-7991-F11F-8BC1A974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7. Lazy evaluation/loading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A5731D-E44C-09F3-F516-2CA8FBB0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properties (i.e., </a:t>
            </a:r>
            <a:r>
              <a:rPr lang="en-US" noProof="0" dirty="0" err="1"/>
              <a:t>poly.vol</a:t>
            </a:r>
            <a:r>
              <a:rPr lang="en-US" noProof="0" dirty="0"/>
              <a:t>) are expensive to calculate. These properties are not calculated at object initialization, but only when the ‘attribute’ is accessed (and then, they are saved to the object).</a:t>
            </a:r>
          </a:p>
          <a:p>
            <a:pPr lvl="1"/>
            <a:r>
              <a:rPr lang="en-US" noProof="0" dirty="0"/>
              <a:t>Same for H-</a:t>
            </a:r>
            <a:r>
              <a:rPr lang="en-US" noProof="0" dirty="0" err="1"/>
              <a:t>repr</a:t>
            </a:r>
            <a:r>
              <a:rPr lang="en-US" noProof="0" dirty="0"/>
              <a:t> and V-</a:t>
            </a:r>
            <a:r>
              <a:rPr lang="en-US" noProof="0" dirty="0" err="1"/>
              <a:t>repr</a:t>
            </a:r>
            <a:r>
              <a:rPr lang="en-US" noProof="0" dirty="0"/>
              <a:t> of a polytope.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packages (e.g., matplotlib/</a:t>
            </a:r>
            <a:r>
              <a:rPr lang="en-US" noProof="0" dirty="0" err="1"/>
              <a:t>cvxpy</a:t>
            </a:r>
            <a:r>
              <a:rPr lang="en-US" noProof="0" dirty="0"/>
              <a:t>) are optional dependencies. These are only imported when called.</a:t>
            </a:r>
          </a:p>
          <a:p>
            <a:pPr lvl="1"/>
            <a:r>
              <a:rPr lang="en-US" noProof="0" dirty="0"/>
              <a:t>Might create a marginal speed-up.</a:t>
            </a:r>
          </a:p>
          <a:p>
            <a:pPr lvl="1"/>
            <a:r>
              <a:rPr lang="en-US" noProof="0" dirty="0"/>
              <a:t>The least possible amount of dependencies -&gt; improves longevity.</a:t>
            </a:r>
          </a:p>
          <a:p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009382-CC2F-76DB-A9A7-2CD6A9F9E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700" y="5707063"/>
            <a:ext cx="73406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428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4CAF4-2DAF-C6AB-B888-7644A4DB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AFF1F-94F9-C91E-2F2F-FFE0FEE7C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Why am I seeking collaborators?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C5CE3AB-56AA-BAEB-3255-F9C89764E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to know which features are desirable (meaning development should be prioritized) from the users: you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input/expertise/experience on a wide number of design choices (&gt;50 as of now) in the software architecture.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(mathematical) expertise when it comes to certain algorithms concerning polytopes, subspaces, and ellipsoids.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would need to split the (ever-growing) workload of writing all functionalities to make this toolbox </a:t>
            </a:r>
            <a:r>
              <a:rPr lang="en-US" i="1" noProof="0" dirty="0"/>
              <a:t>fully-fledged</a:t>
            </a:r>
            <a:r>
              <a:rPr lang="en-US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4560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8C3E-1553-4299-AD09-B44A857EF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AC7F8-4717-800F-1167-E97B7F5F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do you get in return?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8F04E1F-D9F7-6017-DA7A-5C0C6EBED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Well… not much! But: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 fun (hopefully, satisfactory) side-project in Python. Extensive (CV-worthy) expertise in Python package coding.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Experience in collaborating with others on a software project.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the long run, a useful toolbox you can also use in your own projects/publications.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Added to the list of contributors for ….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it comes to it (no guarantees): one of the authors on the (conference) publication promoting/launching </a:t>
            </a:r>
            <a:r>
              <a:rPr lang="en-US" dirty="0" err="1"/>
              <a:t>GeoPES</a:t>
            </a:r>
            <a:r>
              <a:rPr lang="en-US" dirty="0"/>
              <a:t>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2531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6D5EC-5849-84DD-2213-ACC764B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B413F-C874-CAD7-D7D6-4B329A93B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much do I need to be involved?</a:t>
            </a:r>
            <a:endParaRPr lang="en-US" noProof="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11FDD46-8F60-1468-B695-89FE9FC07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noProof="0" dirty="0"/>
              <a:t>Depends entirely on you. You could:</a:t>
            </a:r>
          </a:p>
          <a:p>
            <a:r>
              <a:rPr lang="en-US" noProof="0" dirty="0"/>
              <a:t>Not writing a </a:t>
            </a:r>
            <a:r>
              <a:rPr lang="en-US" dirty="0"/>
              <a:t>single line of code, maybe have two chats about interesting math you read/suggestions for functionality.</a:t>
            </a:r>
          </a:p>
          <a:p>
            <a:r>
              <a:rPr lang="en-US" noProof="0" dirty="0"/>
              <a:t>I have some old MATLAB/Python code lying around somewhere; you can have a look at that. Otherwise, don’t call me again!</a:t>
            </a:r>
          </a:p>
          <a:p>
            <a:r>
              <a:rPr lang="en-US" dirty="0"/>
              <a:t>Sounds fun! I don’t know if I can make any commitment on time, though… I might read through some of the design decisions, leave some thoughts, attend a future meeting, but no promises. </a:t>
            </a:r>
          </a:p>
          <a:p>
            <a:r>
              <a:rPr lang="en-US" noProof="0" dirty="0"/>
              <a:t>Might actually be quite nice to join, also to gain a lot of coding experience; I’d be down to have some more </a:t>
            </a:r>
            <a:r>
              <a:rPr lang="en-US" noProof="0" dirty="0" err="1"/>
              <a:t>indepth</a:t>
            </a:r>
            <a:r>
              <a:rPr lang="en-US" noProof="0" dirty="0"/>
              <a:t> discussion, see if there’s certain functionality/subtask I’d be interested in writing.</a:t>
            </a:r>
          </a:p>
          <a:p>
            <a:r>
              <a:rPr lang="en-US" dirty="0"/>
              <a:t>…</a:t>
            </a:r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591036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7EF74-7999-A3AD-B00A-257F36B99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7348C7-57B9-4E99-AD65-F46BFABB7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496339" cy="1325563"/>
          </a:xfrm>
        </p:spPr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BA688B-34B4-32DA-142F-35253A1C999F}"/>
              </a:ext>
            </a:extLst>
          </p:cNvPr>
          <p:cNvSpPr/>
          <p:nvPr/>
        </p:nvSpPr>
        <p:spPr>
          <a:xfrm>
            <a:off x="324092" y="1796903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user </a:t>
            </a:r>
            <a:r>
              <a:rPr lang="en-US" dirty="0" err="1">
                <a:solidFill>
                  <a:sysClr val="windowText" lastClr="000000"/>
                </a:solidFill>
              </a:rPr>
              <a:t>args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A53377-0336-69D4-4C28-8C6B9D672000}"/>
              </a:ext>
            </a:extLst>
          </p:cNvPr>
          <p:cNvSpPr/>
          <p:nvPr/>
        </p:nvSpPr>
        <p:spPr>
          <a:xfrm>
            <a:off x="324092" y="2442259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A,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83ABB8-1385-0DAA-1310-37D5FCC7751C}"/>
              </a:ext>
            </a:extLst>
          </p:cNvPr>
          <p:cNvSpPr/>
          <p:nvPr/>
        </p:nvSpPr>
        <p:spPr>
          <a:xfrm>
            <a:off x="1794929" y="1796903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init</a:t>
            </a:r>
            <a:r>
              <a:rPr lang="en-US" dirty="0"/>
              <a:t> method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63C693-8023-7768-E070-3185FE10916E}"/>
              </a:ext>
            </a:extLst>
          </p:cNvPr>
          <p:cNvSpPr/>
          <p:nvPr/>
        </p:nvSpPr>
        <p:spPr>
          <a:xfrm>
            <a:off x="1794929" y="2442259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__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init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__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4B07B8-9A93-F7C9-6355-B93263C3B712}"/>
              </a:ext>
            </a:extLst>
          </p:cNvPr>
          <p:cNvSpPr/>
          <p:nvPr/>
        </p:nvSpPr>
        <p:spPr>
          <a:xfrm>
            <a:off x="3265766" y="1796903"/>
            <a:ext cx="1423192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dispatching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E8F04F-A53F-1A39-7DBC-F3B1B11DAAC6}"/>
              </a:ext>
            </a:extLst>
          </p:cNvPr>
          <p:cNvSpPr/>
          <p:nvPr/>
        </p:nvSpPr>
        <p:spPr>
          <a:xfrm>
            <a:off x="3265766" y="2442259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init_hrepr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AE31C4-FF9E-B043-5D9F-DEEBE2EF5BBB}"/>
              </a:ext>
            </a:extLst>
          </p:cNvPr>
          <p:cNvSpPr/>
          <p:nvPr/>
        </p:nvSpPr>
        <p:spPr>
          <a:xfrm>
            <a:off x="5091022" y="1796903"/>
            <a:ext cx="1564958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setting properties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96B369-61AE-2B9B-4AEE-595ADDD9EE00}"/>
              </a:ext>
            </a:extLst>
          </p:cNvPr>
          <p:cNvSpPr/>
          <p:nvPr/>
        </p:nvSpPr>
        <p:spPr>
          <a:xfrm>
            <a:off x="5091021" y="2442259"/>
            <a:ext cx="1564959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self.A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50A6D5-D08A-0CA2-4FF2-55A38401369A}"/>
              </a:ext>
            </a:extLst>
          </p:cNvPr>
          <p:cNvSpPr/>
          <p:nvPr/>
        </p:nvSpPr>
        <p:spPr>
          <a:xfrm>
            <a:off x="7058043" y="2442259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8E808A-387B-0DCB-ED63-3C5644865623}"/>
              </a:ext>
            </a:extLst>
          </p:cNvPr>
          <p:cNvSpPr/>
          <p:nvPr/>
        </p:nvSpPr>
        <p:spPr>
          <a:xfrm>
            <a:off x="7058043" y="1803364"/>
            <a:ext cx="1423192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returning object</a:t>
            </a:r>
          </a:p>
        </p:txBody>
      </p:sp>
      <p:sp>
        <p:nvSpPr>
          <p:cNvPr id="23" name="Title 3">
            <a:extLst>
              <a:ext uri="{FF2B5EF4-FFF2-40B4-BE49-F238E27FC236}">
                <a16:creationId xmlns:a16="http://schemas.microsoft.com/office/drawing/2014/main" id="{85F70CB0-92B9-9A17-A77D-C0CCAECAF960}"/>
              </a:ext>
            </a:extLst>
          </p:cNvPr>
          <p:cNvSpPr txBox="1">
            <a:spLocks/>
          </p:cNvSpPr>
          <p:nvPr/>
        </p:nvSpPr>
        <p:spPr>
          <a:xfrm>
            <a:off x="838200" y="3385334"/>
            <a:ext cx="287256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Operation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E072B6-8D9D-6B93-A397-15A8EA376CC8}"/>
              </a:ext>
            </a:extLst>
          </p:cNvPr>
          <p:cNvSpPr/>
          <p:nvPr/>
        </p:nvSpPr>
        <p:spPr>
          <a:xfrm>
            <a:off x="324092" y="4710897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given poly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25BFC3-4F19-DA11-1782-E83C3B951E2F}"/>
              </a:ext>
            </a:extLst>
          </p:cNvPr>
          <p:cNvSpPr/>
          <p:nvPr/>
        </p:nvSpPr>
        <p:spPr>
          <a:xfrm>
            <a:off x="324092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8D2DD00-F8D2-3DF5-49A4-953293535E7F}"/>
              </a:ext>
            </a:extLst>
          </p:cNvPr>
          <p:cNvSpPr/>
          <p:nvPr/>
        </p:nvSpPr>
        <p:spPr>
          <a:xfrm>
            <a:off x="1794929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check flags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A1C49CA-87E6-5F5B-47A9-AB5D13E3DB04}"/>
              </a:ext>
            </a:extLst>
          </p:cNvPr>
          <p:cNvSpPr/>
          <p:nvPr/>
        </p:nvSpPr>
        <p:spPr>
          <a:xfrm>
            <a:off x="1794929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self.is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_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3468045-8EDB-56D6-845B-9C0F206A8495}"/>
              </a:ext>
            </a:extLst>
          </p:cNvPr>
          <p:cNvSpPr/>
          <p:nvPr/>
        </p:nvSpPr>
        <p:spPr>
          <a:xfrm>
            <a:off x="3265766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algo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F05441-0683-728E-4A34-EF5A24137268}"/>
              </a:ext>
            </a:extLst>
          </p:cNvPr>
          <p:cNvSpPr/>
          <p:nvPr/>
        </p:nvSpPr>
        <p:spPr>
          <a:xfrm>
            <a:off x="3265766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if … else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7F5BFFE-BCB1-3828-56C9-8B92D2E6618E}"/>
              </a:ext>
            </a:extLst>
          </p:cNvPr>
          <p:cNvSpPr/>
          <p:nvPr/>
        </p:nvSpPr>
        <p:spPr>
          <a:xfrm>
            <a:off x="4736603" y="4710897"/>
            <a:ext cx="1423192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function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6024753-7B1C-9892-881D-6D08FB44A10F}"/>
              </a:ext>
            </a:extLst>
          </p:cNvPr>
          <p:cNvSpPr/>
          <p:nvPr/>
        </p:nvSpPr>
        <p:spPr>
          <a:xfrm>
            <a:off x="4736603" y="5356253"/>
            <a:ext cx="1423192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mink_sum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F2FC91F-0C34-291B-5169-494EE138A4B3}"/>
              </a:ext>
            </a:extLst>
          </p:cNvPr>
          <p:cNvSpPr/>
          <p:nvPr/>
        </p:nvSpPr>
        <p:spPr>
          <a:xfrm>
            <a:off x="6561859" y="4710897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results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CB3A796-49DB-D16F-EBBB-99F407AF1271}"/>
              </a:ext>
            </a:extLst>
          </p:cNvPr>
          <p:cNvSpPr/>
          <p:nvPr/>
        </p:nvSpPr>
        <p:spPr>
          <a:xfrm>
            <a:off x="6561859" y="5356253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verts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1ACBDEE-57A2-4BED-61D9-D434C99CB2C2}"/>
              </a:ext>
            </a:extLst>
          </p:cNvPr>
          <p:cNvSpPr/>
          <p:nvPr/>
        </p:nvSpPr>
        <p:spPr>
          <a:xfrm>
            <a:off x="8814191" y="5617545"/>
            <a:ext cx="1564958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setting properties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694A2FE-299B-3F6D-C53F-980E199F0F86}"/>
              </a:ext>
            </a:extLst>
          </p:cNvPr>
          <p:cNvSpPr/>
          <p:nvPr/>
        </p:nvSpPr>
        <p:spPr>
          <a:xfrm>
            <a:off x="8814190" y="6262901"/>
            <a:ext cx="1564959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self.A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4516AB3-5FEE-F8FF-E693-9E60B4D026B9}"/>
              </a:ext>
            </a:extLst>
          </p:cNvPr>
          <p:cNvSpPr/>
          <p:nvPr/>
        </p:nvSpPr>
        <p:spPr>
          <a:xfrm>
            <a:off x="10781212" y="5617545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object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91296E-C1A0-5DB5-DE1B-A222A4FB3645}"/>
              </a:ext>
            </a:extLst>
          </p:cNvPr>
          <p:cNvSpPr/>
          <p:nvPr/>
        </p:nvSpPr>
        <p:spPr>
          <a:xfrm>
            <a:off x="10781212" y="626290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None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F9A0B0C-2C01-8E54-06D9-6390DC06D869}"/>
              </a:ext>
            </a:extLst>
          </p:cNvPr>
          <p:cNvSpPr/>
          <p:nvPr/>
        </p:nvSpPr>
        <p:spPr>
          <a:xfrm>
            <a:off x="8814190" y="3729875"/>
            <a:ext cx="1068773" cy="645356"/>
          </a:xfrm>
          <a:prstGeom prst="rect">
            <a:avLst/>
          </a:prstGeom>
          <a:solidFill>
            <a:schemeClr val="accent2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initialize poly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3EEAA37-C2D5-E25D-4BF2-EECAB9E308BE}"/>
              </a:ext>
            </a:extLst>
          </p:cNvPr>
          <p:cNvSpPr/>
          <p:nvPr/>
        </p:nvSpPr>
        <p:spPr>
          <a:xfrm>
            <a:off x="8814190" y="437523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poly(…)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9659A6A-4D07-CA6F-2418-90995BD3741F}"/>
              </a:ext>
            </a:extLst>
          </p:cNvPr>
          <p:cNvSpPr/>
          <p:nvPr/>
        </p:nvSpPr>
        <p:spPr>
          <a:xfrm>
            <a:off x="10285027" y="3729875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return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object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9F6A74B-AE29-9968-0D2D-26BC509AAFE5}"/>
              </a:ext>
            </a:extLst>
          </p:cNvPr>
          <p:cNvSpPr/>
          <p:nvPr/>
        </p:nvSpPr>
        <p:spPr>
          <a:xfrm>
            <a:off x="10285027" y="4375231"/>
            <a:ext cx="1068773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poly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84FB3F3-D105-27DE-B6DF-76E302A90BAB}"/>
              </a:ext>
            </a:extLst>
          </p:cNvPr>
          <p:cNvSpPr/>
          <p:nvPr/>
        </p:nvSpPr>
        <p:spPr>
          <a:xfrm>
            <a:off x="8032696" y="4865742"/>
            <a:ext cx="125494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American Typewriter" panose="02090604020004020304" pitchFamily="18" charset="77"/>
              </a:rPr>
              <a:t>in_place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?</a:t>
            </a:r>
          </a:p>
        </p:txBody>
      </p: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CB160640-7D55-E889-FF2C-9E947D055F58}"/>
              </a:ext>
            </a:extLst>
          </p:cNvPr>
          <p:cNvCxnSpPr>
            <a:stCxn id="39" idx="3"/>
            <a:endCxn id="52" idx="1"/>
          </p:cNvCxnSpPr>
          <p:nvPr/>
        </p:nvCxnSpPr>
        <p:spPr>
          <a:xfrm flipV="1">
            <a:off x="7630632" y="4052553"/>
            <a:ext cx="1183558" cy="981022"/>
          </a:xfrm>
          <a:prstGeom prst="bentConnector3">
            <a:avLst>
              <a:gd name="adj1" fmla="val 23948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0F8E9D19-E8C5-99C9-064F-A92D7783459D}"/>
              </a:ext>
            </a:extLst>
          </p:cNvPr>
          <p:cNvSpPr/>
          <p:nvPr/>
        </p:nvSpPr>
        <p:spPr>
          <a:xfrm>
            <a:off x="7949993" y="4060595"/>
            <a:ext cx="78149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False</a:t>
            </a:r>
          </a:p>
        </p:txBody>
      </p: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326EE48B-8553-34D7-207C-24D1CD275171}"/>
              </a:ext>
            </a:extLst>
          </p:cNvPr>
          <p:cNvCxnSpPr>
            <a:stCxn id="39" idx="3"/>
            <a:endCxn id="44" idx="1"/>
          </p:cNvCxnSpPr>
          <p:nvPr/>
        </p:nvCxnSpPr>
        <p:spPr>
          <a:xfrm>
            <a:off x="7630632" y="5033575"/>
            <a:ext cx="1183559" cy="906648"/>
          </a:xfrm>
          <a:prstGeom prst="bentConnector3">
            <a:avLst>
              <a:gd name="adj1" fmla="val 23948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735B66C2-1214-40ED-D40C-6FFF46C6C788}"/>
              </a:ext>
            </a:extLst>
          </p:cNvPr>
          <p:cNvSpPr/>
          <p:nvPr/>
        </p:nvSpPr>
        <p:spPr>
          <a:xfrm>
            <a:off x="7949993" y="5598063"/>
            <a:ext cx="781494" cy="3356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True</a:t>
            </a:r>
          </a:p>
        </p:txBody>
      </p: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A06285C3-E2DD-78A2-324A-36B23C3923D1}"/>
              </a:ext>
            </a:extLst>
          </p:cNvPr>
          <p:cNvCxnSpPr>
            <a:stCxn id="52" idx="0"/>
            <a:endCxn id="17" idx="2"/>
          </p:cNvCxnSpPr>
          <p:nvPr/>
        </p:nvCxnSpPr>
        <p:spPr>
          <a:xfrm rot="16200000" flipV="1">
            <a:off x="7135064" y="1516362"/>
            <a:ext cx="951950" cy="3475076"/>
          </a:xfrm>
          <a:prstGeom prst="bentConnector3">
            <a:avLst/>
          </a:prstGeom>
          <a:ln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892971B-8575-8709-D637-9D7F8DC59ACE}"/>
              </a:ext>
            </a:extLst>
          </p:cNvPr>
          <p:cNvCxnSpPr>
            <a:stCxn id="52" idx="3"/>
            <a:endCxn id="54" idx="1"/>
          </p:cNvCxnSpPr>
          <p:nvPr/>
        </p:nvCxnSpPr>
        <p:spPr>
          <a:xfrm>
            <a:off x="9882963" y="4052553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E5CE429-681C-5DAF-8D0B-65C0F4417D49}"/>
              </a:ext>
            </a:extLst>
          </p:cNvPr>
          <p:cNvCxnSpPr>
            <a:cxnSpLocks/>
            <a:stCxn id="44" idx="3"/>
            <a:endCxn id="48" idx="1"/>
          </p:cNvCxnSpPr>
          <p:nvPr/>
        </p:nvCxnSpPr>
        <p:spPr>
          <a:xfrm>
            <a:off x="10379149" y="5940223"/>
            <a:ext cx="40206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1A6DDD5-A169-0B9B-6346-2A49968A14B0}"/>
              </a:ext>
            </a:extLst>
          </p:cNvPr>
          <p:cNvCxnSpPr>
            <a:cxnSpLocks/>
            <a:stCxn id="35" idx="3"/>
            <a:endCxn id="39" idx="1"/>
          </p:cNvCxnSpPr>
          <p:nvPr/>
        </p:nvCxnSpPr>
        <p:spPr>
          <a:xfrm>
            <a:off x="6159795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D4CDD7AC-D61F-D8DC-2421-10C60C045D22}"/>
              </a:ext>
            </a:extLst>
          </p:cNvPr>
          <p:cNvCxnSpPr>
            <a:cxnSpLocks/>
            <a:stCxn id="30" idx="3"/>
            <a:endCxn id="35" idx="1"/>
          </p:cNvCxnSpPr>
          <p:nvPr/>
        </p:nvCxnSpPr>
        <p:spPr>
          <a:xfrm>
            <a:off x="4334539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3F03A83-73D1-E740-D3CF-AA7DD0BB29DD}"/>
              </a:ext>
            </a:extLst>
          </p:cNvPr>
          <p:cNvCxnSpPr>
            <a:cxnSpLocks/>
            <a:stCxn id="28" idx="3"/>
            <a:endCxn id="30" idx="1"/>
          </p:cNvCxnSpPr>
          <p:nvPr/>
        </p:nvCxnSpPr>
        <p:spPr>
          <a:xfrm>
            <a:off x="2863702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AA9BD13-A229-C27F-1A07-2C1E88FE0314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1392865" y="5033575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C50D640-4CCD-044B-77C9-FB954D198064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1392865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193FDCDF-0D29-D243-5523-E239FB9A90F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2863702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AC906DF5-25D2-4741-1F9E-1C7210074890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4688958" y="2119581"/>
            <a:ext cx="402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53A879BC-5171-3628-05E5-155C343318DA}"/>
              </a:ext>
            </a:extLst>
          </p:cNvPr>
          <p:cNvCxnSpPr>
            <a:cxnSpLocks/>
            <a:stCxn id="16" idx="3"/>
            <a:endCxn id="22" idx="1"/>
          </p:cNvCxnSpPr>
          <p:nvPr/>
        </p:nvCxnSpPr>
        <p:spPr>
          <a:xfrm>
            <a:off x="6655980" y="2119581"/>
            <a:ext cx="402063" cy="646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0F9B3F62-D90F-03BB-3091-4FEC24DD5285}"/>
              </a:ext>
            </a:extLst>
          </p:cNvPr>
          <p:cNvSpPr/>
          <p:nvPr/>
        </p:nvSpPr>
        <p:spPr>
          <a:xfrm>
            <a:off x="9522963" y="93728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C72E31E-455A-FBD2-4BBA-4CF107DEF489}"/>
              </a:ext>
            </a:extLst>
          </p:cNvPr>
          <p:cNvSpPr txBox="1"/>
          <p:nvPr/>
        </p:nvSpPr>
        <p:spPr>
          <a:xfrm>
            <a:off x="9931074" y="917776"/>
            <a:ext cx="882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reduce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5776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BA137-64A3-8D72-0F74-BE42FB08A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239BA9-D75B-9AB6-76A4-05F83029D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496339" cy="1325563"/>
          </a:xfrm>
        </p:spPr>
        <p:txBody>
          <a:bodyPr/>
          <a:lstStyle/>
          <a:p>
            <a:r>
              <a:rPr lang="en-US" dirty="0"/>
              <a:t>Optimization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38DED3-CA50-89A8-C70E-0185566AC265}"/>
              </a:ext>
            </a:extLst>
          </p:cNvPr>
          <p:cNvSpPr/>
          <p:nvPr/>
        </p:nvSpPr>
        <p:spPr>
          <a:xfrm>
            <a:off x="838200" y="1527859"/>
            <a:ext cx="10515600" cy="496501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0779B6-0A67-37AE-3B4F-FF66FC092213}"/>
              </a:ext>
            </a:extLst>
          </p:cNvPr>
          <p:cNvSpPr txBox="1"/>
          <p:nvPr/>
        </p:nvSpPr>
        <p:spPr>
          <a:xfrm>
            <a:off x="1041722" y="1690688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CVXPY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5F02D5-6FEE-90CA-7919-6CB6CB9DEA05}"/>
              </a:ext>
            </a:extLst>
          </p:cNvPr>
          <p:cNvSpPr/>
          <p:nvPr/>
        </p:nvSpPr>
        <p:spPr>
          <a:xfrm>
            <a:off x="1337840" y="2222849"/>
            <a:ext cx="9383475" cy="3830710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1BB41D-7A13-B414-C065-73EA6FA1AC70}"/>
              </a:ext>
            </a:extLst>
          </p:cNvPr>
          <p:cNvSpPr txBox="1"/>
          <p:nvPr/>
        </p:nvSpPr>
        <p:spPr>
          <a:xfrm>
            <a:off x="1470685" y="2382685"/>
            <a:ext cx="728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SciPy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D86F23-68E8-944E-E570-576EF619FD47}"/>
              </a:ext>
            </a:extLst>
          </p:cNvPr>
          <p:cNvCxnSpPr>
            <a:cxnSpLocks/>
            <a:stCxn id="5" idx="0"/>
            <a:endCxn id="5" idx="2"/>
          </p:cNvCxnSpPr>
          <p:nvPr/>
        </p:nvCxnSpPr>
        <p:spPr>
          <a:xfrm>
            <a:off x="6029578" y="2222849"/>
            <a:ext cx="0" cy="383071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6ACE020-A259-1934-55F2-4CE79D02C4B4}"/>
              </a:ext>
            </a:extLst>
          </p:cNvPr>
          <p:cNvSpPr txBox="1"/>
          <p:nvPr/>
        </p:nvSpPr>
        <p:spPr>
          <a:xfrm>
            <a:off x="6162423" y="2382685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inefficient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2B5FDE-FD9E-0112-EBBE-142609D7BDE0}"/>
              </a:ext>
            </a:extLst>
          </p:cNvPr>
          <p:cNvSpPr txBox="1"/>
          <p:nvPr/>
        </p:nvSpPr>
        <p:spPr>
          <a:xfrm>
            <a:off x="6162423" y="2757413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American Typewriter" panose="02090604020004020304" pitchFamily="18" charset="77"/>
              </a:rPr>
              <a:t>minimize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F14A250-FE7D-C8C0-82E9-33EF1582A13E}"/>
              </a:ext>
            </a:extLst>
          </p:cNvPr>
          <p:cNvSpPr txBox="1"/>
          <p:nvPr/>
        </p:nvSpPr>
        <p:spPr>
          <a:xfrm>
            <a:off x="1470685" y="2752017"/>
            <a:ext cx="867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>
                <a:solidFill>
                  <a:schemeClr val="bg1">
                    <a:lumMod val="65000"/>
                  </a:schemeClr>
                </a:solidFill>
              </a:rPr>
              <a:t>linprog</a:t>
            </a:r>
            <a:endParaRPr lang="en-GB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CAC6041-E093-680D-99E8-F70FAD2F43A0}"/>
              </a:ext>
            </a:extLst>
          </p:cNvPr>
          <p:cNvSpPr/>
          <p:nvPr/>
        </p:nvSpPr>
        <p:spPr>
          <a:xfrm>
            <a:off x="1834855" y="3614083"/>
            <a:ext cx="2518321" cy="25993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>
                <a:latin typeface="American Typewriter" panose="02090604020004020304" pitchFamily="18" charset="77"/>
              </a:rPr>
              <a:t>support(poly)</a:t>
            </a:r>
            <a:r>
              <a:rPr lang="en-US" dirty="0"/>
              <a:t>*</a:t>
            </a:r>
          </a:p>
          <a:p>
            <a:pPr algn="ctr"/>
            <a:r>
              <a:rPr lang="en-US" sz="1400" dirty="0"/>
              <a:t>* only for</a:t>
            </a:r>
            <a:r>
              <a:rPr lang="en-US" sz="1400" dirty="0">
                <a:latin typeface="American Typewriter" panose="02090604020004020304" pitchFamily="18" charset="77"/>
              </a:rPr>
              <a:t> </a:t>
            </a:r>
            <a:r>
              <a:rPr lang="en-US" sz="1400" dirty="0" err="1">
                <a:latin typeface="American Typewriter" panose="02090604020004020304" pitchFamily="18" charset="77"/>
              </a:rPr>
              <a:t>hrepr</a:t>
            </a:r>
            <a:endParaRPr lang="en-US" sz="1400" dirty="0">
              <a:latin typeface="American Typewriter" panose="02090604020004020304" pitchFamily="18" charset="77"/>
            </a:endParaRPr>
          </a:p>
          <a:p>
            <a:pPr algn="ctr"/>
            <a:endParaRPr lang="en-US" sz="1100" dirty="0"/>
          </a:p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is_bounded</a:t>
            </a:r>
            <a:r>
              <a:rPr lang="en-US" dirty="0">
                <a:latin typeface="American Typewriter" panose="02090604020004020304" pitchFamily="18" charset="77"/>
              </a:rPr>
              <a:t>(poly)</a:t>
            </a:r>
          </a:p>
          <a:p>
            <a:pPr algn="ctr"/>
            <a:endParaRPr lang="en-US" sz="1100" dirty="0"/>
          </a:p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poly.chebc</a:t>
            </a:r>
            <a:endParaRPr lang="en-US" dirty="0">
              <a:latin typeface="American Typewriter" panose="02090604020004020304" pitchFamily="18" charset="77"/>
            </a:endParaRPr>
          </a:p>
          <a:p>
            <a:pPr algn="ctr"/>
            <a:endParaRPr lang="en-US" sz="1100" dirty="0"/>
          </a:p>
          <a:p>
            <a:pPr algn="ctr"/>
            <a:r>
              <a:rPr lang="en-US" dirty="0" err="1"/>
              <a:t>poly.__contains</a:t>
            </a:r>
            <a:r>
              <a:rPr lang="en-US" dirty="0"/>
              <a:t>__*</a:t>
            </a:r>
          </a:p>
          <a:p>
            <a:pPr lvl="0" algn="ctr">
              <a:defRPr/>
            </a:pPr>
            <a:r>
              <a:rPr lang="en-US" sz="1400" dirty="0"/>
              <a:t>* only for </a:t>
            </a:r>
            <a:r>
              <a:rPr lang="en-US" sz="1400" dirty="0" err="1">
                <a:latin typeface="American Typewriter" panose="02090604020004020304" pitchFamily="18" charset="77"/>
              </a:rPr>
              <a:t>vrepr</a:t>
            </a:r>
            <a:endParaRPr lang="en-US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merican Typewriter" panose="02090604020004020304" pitchFamily="18" charset="77"/>
              </a:rPr>
              <a:t>poly.reduce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merican Typewriter" panose="02090604020004020304" pitchFamily="18" charset="77"/>
              </a:rPr>
              <a:t>(…)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9A3E2D-E5AF-E4C0-72EC-88CE99C33472}"/>
              </a:ext>
            </a:extLst>
          </p:cNvPr>
          <p:cNvSpPr txBox="1"/>
          <p:nvPr/>
        </p:nvSpPr>
        <p:spPr>
          <a:xfrm>
            <a:off x="2872640" y="3244751"/>
            <a:ext cx="442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LP</a:t>
            </a:r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C971336-8201-3048-7B2C-AEFDF793E926}"/>
              </a:ext>
            </a:extLst>
          </p:cNvPr>
          <p:cNvSpPr/>
          <p:nvPr/>
        </p:nvSpPr>
        <p:spPr>
          <a:xfrm>
            <a:off x="4865911" y="3614083"/>
            <a:ext cx="2518321" cy="13283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ellps</a:t>
            </a:r>
            <a:r>
              <a:rPr lang="en-US" dirty="0">
                <a:latin typeface="American Typewriter" panose="02090604020004020304" pitchFamily="18" charset="77"/>
              </a:rPr>
              <a:t>.__le__</a:t>
            </a:r>
          </a:p>
          <a:p>
            <a:pPr algn="ctr"/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  <a:p>
            <a:pPr algn="ctr"/>
            <a:r>
              <a:rPr lang="en-US" dirty="0" err="1">
                <a:solidFill>
                  <a:prstClr val="white"/>
                </a:solidFill>
                <a:latin typeface="American Typewriter" panose="02090604020004020304" pitchFamily="18" charset="77"/>
              </a:rPr>
              <a:t>min_vol_ellps</a:t>
            </a:r>
            <a:r>
              <a:rPr lang="en-US" dirty="0">
                <a:solidFill>
                  <a:prstClr val="white"/>
                </a:solidFill>
                <a:latin typeface="American Typewriter" panose="02090604020004020304" pitchFamily="18" charset="77"/>
              </a:rPr>
              <a:t>(poly)</a:t>
            </a:r>
          </a:p>
          <a:p>
            <a:pPr algn="ctr"/>
            <a:endParaRPr lang="en-US" sz="1100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 err="1">
                <a:solidFill>
                  <a:prstClr val="white"/>
                </a:solidFill>
                <a:latin typeface="American Typewriter" panose="02090604020004020304" pitchFamily="18" charset="77"/>
              </a:rPr>
              <a:t>max_vol_ellps</a:t>
            </a:r>
            <a:r>
              <a:rPr lang="en-US" dirty="0">
                <a:solidFill>
                  <a:prstClr val="white"/>
                </a:solidFill>
                <a:latin typeface="American Typewriter" panose="02090604020004020304" pitchFamily="18" charset="77"/>
              </a:rPr>
              <a:t>(poly)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CE237E0-7541-4EDD-0214-EF461A5CCCD8}"/>
              </a:ext>
            </a:extLst>
          </p:cNvPr>
          <p:cNvSpPr txBox="1"/>
          <p:nvPr/>
        </p:nvSpPr>
        <p:spPr>
          <a:xfrm>
            <a:off x="5812325" y="3239355"/>
            <a:ext cx="625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SDP</a:t>
            </a:r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F51D9F7-C37B-68AE-FB72-B6573F7D35CE}"/>
              </a:ext>
            </a:extLst>
          </p:cNvPr>
          <p:cNvSpPr/>
          <p:nvPr/>
        </p:nvSpPr>
        <p:spPr>
          <a:xfrm>
            <a:off x="7883872" y="3614083"/>
            <a:ext cx="2518321" cy="36933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r>
              <a:rPr lang="en-US" dirty="0" err="1">
                <a:latin typeface="American Typewriter" panose="02090604020004020304" pitchFamily="18" charset="77"/>
              </a:rPr>
              <a:t>dist</a:t>
            </a:r>
            <a:r>
              <a:rPr lang="en-US" dirty="0">
                <a:latin typeface="American Typewriter" panose="02090604020004020304" pitchFamily="18" charset="77"/>
              </a:rPr>
              <a:t>(ellps_1, ellps_2)</a:t>
            </a:r>
            <a:endParaRPr lang="en-US" dirty="0">
              <a:solidFill>
                <a:prstClr val="white"/>
              </a:solidFill>
              <a:latin typeface="American Typewriter" panose="02090604020004020304" pitchFamily="18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47A3D8A-AF7C-2AEF-6CF5-2CF8CE723787}"/>
              </a:ext>
            </a:extLst>
          </p:cNvPr>
          <p:cNvSpPr txBox="1"/>
          <p:nvPr/>
        </p:nvSpPr>
        <p:spPr>
          <a:xfrm>
            <a:off x="8729875" y="3239355"/>
            <a:ext cx="826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QCQP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576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BF791-3169-3123-9AFD-8EF215D6D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24906FF-91F8-0CB7-9142-1D55E16039A9}"/>
              </a:ext>
            </a:extLst>
          </p:cNvPr>
          <p:cNvSpPr/>
          <p:nvPr/>
        </p:nvSpPr>
        <p:spPr>
          <a:xfrm>
            <a:off x="3195466" y="3106322"/>
            <a:ext cx="1068773" cy="6453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V-</a:t>
            </a:r>
            <a:r>
              <a:rPr lang="en-US" dirty="0" err="1"/>
              <a:t>repr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3555BB-C762-0C7E-CBC1-5FD46DB5FA66}"/>
              </a:ext>
            </a:extLst>
          </p:cNvPr>
          <p:cNvSpPr/>
          <p:nvPr/>
        </p:nvSpPr>
        <p:spPr>
          <a:xfrm>
            <a:off x="7132787" y="3106322"/>
            <a:ext cx="1068773" cy="64535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H-</a:t>
            </a:r>
            <a:r>
              <a:rPr lang="en-US" dirty="0" err="1"/>
              <a:t>repr</a:t>
            </a:r>
            <a:endParaRPr lang="en-US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62B800E-0A16-F987-EF24-DF69059CEB9A}"/>
              </a:ext>
            </a:extLst>
          </p:cNvPr>
          <p:cNvCxnSpPr>
            <a:stCxn id="9" idx="3"/>
            <a:endCxn id="13" idx="1"/>
          </p:cNvCxnSpPr>
          <p:nvPr/>
        </p:nvCxnSpPr>
        <p:spPr>
          <a:xfrm>
            <a:off x="4264239" y="3429000"/>
            <a:ext cx="2868548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CB70523-3EBB-ADB5-25EE-65B280CC08B6}"/>
              </a:ext>
            </a:extLst>
          </p:cNvPr>
          <p:cNvSpPr txBox="1"/>
          <p:nvPr/>
        </p:nvSpPr>
        <p:spPr>
          <a:xfrm>
            <a:off x="5178819" y="3429000"/>
            <a:ext cx="103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pycddlib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71CBB6-2271-B98A-30B3-7BF0A14CABC2}"/>
              </a:ext>
            </a:extLst>
          </p:cNvPr>
          <p:cNvSpPr/>
          <p:nvPr/>
        </p:nvSpPr>
        <p:spPr>
          <a:xfrm>
            <a:off x="225725" y="230692"/>
            <a:ext cx="358815" cy="358815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86645D-1EDB-D2AF-0036-97FAB8AED13A}"/>
              </a:ext>
            </a:extLst>
          </p:cNvPr>
          <p:cNvSpPr/>
          <p:nvPr/>
        </p:nvSpPr>
        <p:spPr>
          <a:xfrm>
            <a:off x="2881711" y="230693"/>
            <a:ext cx="358815" cy="35881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CE8B90-004A-657D-8662-778F3824AD76}"/>
              </a:ext>
            </a:extLst>
          </p:cNvPr>
          <p:cNvSpPr/>
          <p:nvPr/>
        </p:nvSpPr>
        <p:spPr>
          <a:xfrm>
            <a:off x="6619807" y="230693"/>
            <a:ext cx="358815" cy="358815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A84DEC-A61A-6270-658A-2CDCF01398B3}"/>
              </a:ext>
            </a:extLst>
          </p:cNvPr>
          <p:cNvSpPr txBox="1"/>
          <p:nvPr/>
        </p:nvSpPr>
        <p:spPr>
          <a:xfrm>
            <a:off x="758160" y="225434"/>
            <a:ext cx="1832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Difficult (spatial)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1023F7-F7BF-EDB5-ADDC-2DBCF2168186}"/>
              </a:ext>
            </a:extLst>
          </p:cNvPr>
          <p:cNvSpPr txBox="1"/>
          <p:nvPr/>
        </p:nvSpPr>
        <p:spPr>
          <a:xfrm>
            <a:off x="3414146" y="225434"/>
            <a:ext cx="2887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Intermediate (optimization)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BD0B15-670E-E5A9-FE45-E7B2BA9B5BEB}"/>
              </a:ext>
            </a:extLst>
          </p:cNvPr>
          <p:cNvSpPr txBox="1"/>
          <p:nvPr/>
        </p:nvSpPr>
        <p:spPr>
          <a:xfrm>
            <a:off x="7152243" y="225434"/>
            <a:ext cx="143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Easy (</a:t>
            </a:r>
            <a:r>
              <a:rPr lang="en-US" dirty="0" err="1"/>
              <a:t>LinAlg</a:t>
            </a:r>
            <a:r>
              <a:rPr lang="en-US" dirty="0"/>
              <a:t>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EBCC133-1E1B-ECE8-B5E5-55A2CBCAF677}"/>
              </a:ext>
            </a:extLst>
          </p:cNvPr>
          <p:cNvSpPr/>
          <p:nvPr/>
        </p:nvSpPr>
        <p:spPr>
          <a:xfrm>
            <a:off x="2354745" y="897106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translate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+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AD4AA9C-12F9-EFD1-7833-17870FEEA0DF}"/>
              </a:ext>
            </a:extLst>
          </p:cNvPr>
          <p:cNvCxnSpPr>
            <a:cxnSpLocks/>
            <a:stCxn id="9" idx="0"/>
            <a:endCxn id="26" idx="2"/>
          </p:cNvCxnSpPr>
          <p:nvPr/>
        </p:nvCxnSpPr>
        <p:spPr>
          <a:xfrm flipH="1" flipV="1">
            <a:off x="2963101" y="1542462"/>
            <a:ext cx="766752" cy="1563860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BDBA7F4B-63BF-A032-4E7B-28C33E2B8004}"/>
              </a:ext>
            </a:extLst>
          </p:cNvPr>
          <p:cNvSpPr/>
          <p:nvPr/>
        </p:nvSpPr>
        <p:spPr>
          <a:xfrm>
            <a:off x="2118994" y="5663529"/>
            <a:ext cx="942542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scale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*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6B66055-5C11-D771-E427-F7F2C66E7279}"/>
              </a:ext>
            </a:extLst>
          </p:cNvPr>
          <p:cNvCxnSpPr>
            <a:cxnSpLocks/>
            <a:stCxn id="26" idx="2"/>
            <a:endCxn id="13" idx="0"/>
          </p:cNvCxnSpPr>
          <p:nvPr/>
        </p:nvCxnSpPr>
        <p:spPr>
          <a:xfrm>
            <a:off x="2963101" y="1542462"/>
            <a:ext cx="4704073" cy="1563860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07F6120-9686-F69D-405E-421C1556EF2B}"/>
              </a:ext>
            </a:extLst>
          </p:cNvPr>
          <p:cNvCxnSpPr>
            <a:cxnSpLocks/>
            <a:stCxn id="31" idx="0"/>
            <a:endCxn id="13" idx="2"/>
          </p:cNvCxnSpPr>
          <p:nvPr/>
        </p:nvCxnSpPr>
        <p:spPr>
          <a:xfrm flipV="1">
            <a:off x="2590265" y="3751678"/>
            <a:ext cx="5076909" cy="1911851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F08BD0E-F260-6A17-9689-A7B48B343F21}"/>
              </a:ext>
            </a:extLst>
          </p:cNvPr>
          <p:cNvCxnSpPr>
            <a:cxnSpLocks/>
            <a:stCxn id="31" idx="0"/>
            <a:endCxn id="9" idx="2"/>
          </p:cNvCxnSpPr>
          <p:nvPr/>
        </p:nvCxnSpPr>
        <p:spPr>
          <a:xfrm flipV="1">
            <a:off x="2590265" y="3751678"/>
            <a:ext cx="1139588" cy="1911851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8CAAB034-CD59-BD1F-1F14-6BE97ED7CC84}"/>
              </a:ext>
            </a:extLst>
          </p:cNvPr>
          <p:cNvSpPr/>
          <p:nvPr/>
        </p:nvSpPr>
        <p:spPr>
          <a:xfrm>
            <a:off x="4013998" y="901968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project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B2BF31F-9AEC-C32B-FB36-31D4348F6433}"/>
              </a:ext>
            </a:extLst>
          </p:cNvPr>
          <p:cNvCxnSpPr>
            <a:cxnSpLocks/>
            <a:stCxn id="9" idx="0"/>
            <a:endCxn id="49" idx="2"/>
          </p:cNvCxnSpPr>
          <p:nvPr/>
        </p:nvCxnSpPr>
        <p:spPr>
          <a:xfrm flipV="1">
            <a:off x="3729853" y="1547324"/>
            <a:ext cx="892501" cy="155899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95F679F-2CE4-C2C5-CCA3-6E79752299B6}"/>
              </a:ext>
            </a:extLst>
          </p:cNvPr>
          <p:cNvSpPr/>
          <p:nvPr/>
        </p:nvSpPr>
        <p:spPr>
          <a:xfrm>
            <a:off x="7787906" y="858560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support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3CF3525-28E7-DEC1-1931-2281F4FC25FF}"/>
              </a:ext>
            </a:extLst>
          </p:cNvPr>
          <p:cNvCxnSpPr>
            <a:cxnSpLocks/>
            <a:stCxn id="9" idx="0"/>
            <a:endCxn id="54" idx="2"/>
          </p:cNvCxnSpPr>
          <p:nvPr/>
        </p:nvCxnSpPr>
        <p:spPr>
          <a:xfrm flipV="1">
            <a:off x="3729853" y="1503916"/>
            <a:ext cx="4666409" cy="1602406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5FFB5AB-CFCC-42F4-F4D1-E3C073076324}"/>
              </a:ext>
            </a:extLst>
          </p:cNvPr>
          <p:cNvCxnSpPr>
            <a:cxnSpLocks/>
            <a:stCxn id="13" idx="0"/>
            <a:endCxn id="54" idx="2"/>
          </p:cNvCxnSpPr>
          <p:nvPr/>
        </p:nvCxnSpPr>
        <p:spPr>
          <a:xfrm flipV="1">
            <a:off x="7667174" y="1503916"/>
            <a:ext cx="729088" cy="1602406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0093A161-4477-3D7E-9D43-12F35638DF07}"/>
              </a:ext>
            </a:extLst>
          </p:cNvPr>
          <p:cNvSpPr/>
          <p:nvPr/>
        </p:nvSpPr>
        <p:spPr>
          <a:xfrm>
            <a:off x="7922213" y="5586112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mat_mul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@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2C38E8AB-790B-B11A-AAD8-70601181569E}"/>
              </a:ext>
            </a:extLst>
          </p:cNvPr>
          <p:cNvCxnSpPr>
            <a:cxnSpLocks/>
            <a:stCxn id="72" idx="0"/>
            <a:endCxn id="13" idx="2"/>
          </p:cNvCxnSpPr>
          <p:nvPr/>
        </p:nvCxnSpPr>
        <p:spPr>
          <a:xfrm flipH="1" flipV="1">
            <a:off x="7667174" y="3751678"/>
            <a:ext cx="863395" cy="1834434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A8A6C4A-7E61-D187-9C39-E79A8ECAD8FD}"/>
              </a:ext>
            </a:extLst>
          </p:cNvPr>
          <p:cNvCxnSpPr>
            <a:cxnSpLocks/>
            <a:stCxn id="72" idx="0"/>
            <a:endCxn id="9" idx="2"/>
          </p:cNvCxnSpPr>
          <p:nvPr/>
        </p:nvCxnSpPr>
        <p:spPr>
          <a:xfrm flipH="1" flipV="1">
            <a:off x="3729853" y="3751678"/>
            <a:ext cx="4800716" cy="1834434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54C72385-4577-35D6-A30A-FE17378B414A}"/>
              </a:ext>
            </a:extLst>
          </p:cNvPr>
          <p:cNvSpPr/>
          <p:nvPr/>
        </p:nvSpPr>
        <p:spPr>
          <a:xfrm>
            <a:off x="381220" y="885708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mink_sum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+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C6F7012-7A4D-1AB8-67AE-716BFE7BEAE2}"/>
              </a:ext>
            </a:extLst>
          </p:cNvPr>
          <p:cNvCxnSpPr>
            <a:cxnSpLocks/>
            <a:stCxn id="9" idx="0"/>
            <a:endCxn id="87" idx="2"/>
          </p:cNvCxnSpPr>
          <p:nvPr/>
        </p:nvCxnSpPr>
        <p:spPr>
          <a:xfrm flipH="1" flipV="1">
            <a:off x="1100327" y="1531064"/>
            <a:ext cx="2629526" cy="15752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1FC6B2F6-693C-F985-F6F9-5F70CCE56E4B}"/>
              </a:ext>
            </a:extLst>
          </p:cNvPr>
          <p:cNvSpPr/>
          <p:nvPr/>
        </p:nvSpPr>
        <p:spPr>
          <a:xfrm>
            <a:off x="10989228" y="5315656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pont_diff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-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D4E7D6A-5A78-81D4-4044-2E8B8E1F4D36}"/>
              </a:ext>
            </a:extLst>
          </p:cNvPr>
          <p:cNvSpPr/>
          <p:nvPr/>
        </p:nvSpPr>
        <p:spPr>
          <a:xfrm>
            <a:off x="9445622" y="858241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intersect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&amp;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687C6CA-092C-D384-3940-EA96D07976BE}"/>
              </a:ext>
            </a:extLst>
          </p:cNvPr>
          <p:cNvCxnSpPr>
            <a:cxnSpLocks/>
            <a:stCxn id="13" idx="0"/>
            <a:endCxn id="94" idx="2"/>
          </p:cNvCxnSpPr>
          <p:nvPr/>
        </p:nvCxnSpPr>
        <p:spPr>
          <a:xfrm flipV="1">
            <a:off x="7667174" y="1503597"/>
            <a:ext cx="2497555" cy="1602725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9B1E240F-47B8-4FCB-5AEA-B0F692CB0722}"/>
              </a:ext>
            </a:extLst>
          </p:cNvPr>
          <p:cNvSpPr/>
          <p:nvPr/>
        </p:nvSpPr>
        <p:spPr>
          <a:xfrm>
            <a:off x="9511921" y="5459769"/>
            <a:ext cx="1068773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reduce‎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1C588CF-D093-E0DC-57B9-40858E6145F5}"/>
              </a:ext>
            </a:extLst>
          </p:cNvPr>
          <p:cNvCxnSpPr>
            <a:cxnSpLocks/>
            <a:stCxn id="100" idx="0"/>
            <a:endCxn id="9" idx="2"/>
          </p:cNvCxnSpPr>
          <p:nvPr/>
        </p:nvCxnSpPr>
        <p:spPr>
          <a:xfrm flipH="1" flipV="1">
            <a:off x="3729853" y="3751678"/>
            <a:ext cx="6316455" cy="170809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3308D39-15CB-3A52-0F7B-6CCCF7046A85}"/>
              </a:ext>
            </a:extLst>
          </p:cNvPr>
          <p:cNvCxnSpPr>
            <a:cxnSpLocks/>
            <a:stCxn id="100" idx="0"/>
            <a:endCxn id="13" idx="2"/>
          </p:cNvCxnSpPr>
          <p:nvPr/>
        </p:nvCxnSpPr>
        <p:spPr>
          <a:xfrm flipH="1" flipV="1">
            <a:off x="7667174" y="3751678"/>
            <a:ext cx="2379134" cy="1708091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tangle 111">
            <a:extLst>
              <a:ext uri="{FF2B5EF4-FFF2-40B4-BE49-F238E27FC236}">
                <a16:creationId xmlns:a16="http://schemas.microsoft.com/office/drawing/2014/main" id="{C69EB4CF-B624-A337-228B-5633AE4018A1}"/>
              </a:ext>
            </a:extLst>
          </p:cNvPr>
          <p:cNvSpPr/>
          <p:nvPr/>
        </p:nvSpPr>
        <p:spPr>
          <a:xfrm>
            <a:off x="309084" y="4105549"/>
            <a:ext cx="1216711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envelope</a:t>
            </a:r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7FA4E92-203F-F7B8-A48E-1988B4B6AACA}"/>
              </a:ext>
            </a:extLst>
          </p:cNvPr>
          <p:cNvCxnSpPr>
            <a:cxnSpLocks/>
            <a:stCxn id="112" idx="3"/>
            <a:endCxn id="9" idx="2"/>
          </p:cNvCxnSpPr>
          <p:nvPr/>
        </p:nvCxnSpPr>
        <p:spPr>
          <a:xfrm flipV="1">
            <a:off x="1525795" y="3751678"/>
            <a:ext cx="2204058" cy="67654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0FAE3178-190F-5194-0699-0571B51D675E}"/>
              </a:ext>
            </a:extLst>
          </p:cNvPr>
          <p:cNvSpPr/>
          <p:nvPr/>
        </p:nvSpPr>
        <p:spPr>
          <a:xfrm>
            <a:off x="307038" y="5002671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contains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in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44160C04-7EA7-7F25-ADA7-6F0D420FD3A5}"/>
              </a:ext>
            </a:extLst>
          </p:cNvPr>
          <p:cNvCxnSpPr>
            <a:cxnSpLocks/>
            <a:stCxn id="118" idx="0"/>
            <a:endCxn id="13" idx="2"/>
          </p:cNvCxnSpPr>
          <p:nvPr/>
        </p:nvCxnSpPr>
        <p:spPr>
          <a:xfrm flipV="1">
            <a:off x="1026145" y="3751678"/>
            <a:ext cx="6641029" cy="1250993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C1DFDD90-A6D7-F931-1E2B-DECADAD2D381}"/>
              </a:ext>
            </a:extLst>
          </p:cNvPr>
          <p:cNvCxnSpPr>
            <a:cxnSpLocks/>
            <a:stCxn id="9" idx="2"/>
            <a:endCxn id="118" idx="0"/>
          </p:cNvCxnSpPr>
          <p:nvPr/>
        </p:nvCxnSpPr>
        <p:spPr>
          <a:xfrm flipH="1">
            <a:off x="1026145" y="3751678"/>
            <a:ext cx="2703708" cy="1250993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ectangle 130">
            <a:extLst>
              <a:ext uri="{FF2B5EF4-FFF2-40B4-BE49-F238E27FC236}">
                <a16:creationId xmlns:a16="http://schemas.microsoft.com/office/drawing/2014/main" id="{A840C999-AED7-6C86-6C6C-140E0A8A1602}"/>
              </a:ext>
            </a:extLst>
          </p:cNvPr>
          <p:cNvSpPr/>
          <p:nvPr/>
        </p:nvSpPr>
        <p:spPr>
          <a:xfrm>
            <a:off x="311089" y="5649614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sample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85BEA69B-8863-5DFF-25C4-32D9D9264D57}"/>
              </a:ext>
            </a:extLst>
          </p:cNvPr>
          <p:cNvSpPr txBox="1"/>
          <p:nvPr/>
        </p:nvSpPr>
        <p:spPr>
          <a:xfrm>
            <a:off x="1976845" y="2170839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9A4108F-897E-6061-0FA0-73EAAE430A7A}"/>
              </a:ext>
            </a:extLst>
          </p:cNvPr>
          <p:cNvSpPr txBox="1"/>
          <p:nvPr/>
        </p:nvSpPr>
        <p:spPr>
          <a:xfrm>
            <a:off x="1794188" y="3920883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57A40FCA-6C9A-4F31-8019-C6D03ABAD76D}"/>
              </a:ext>
            </a:extLst>
          </p:cNvPr>
          <p:cNvSpPr txBox="1"/>
          <p:nvPr/>
        </p:nvSpPr>
        <p:spPr>
          <a:xfrm>
            <a:off x="4213673" y="2245107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5A7CC60-1F45-7A7A-CB25-A1049E7FA687}"/>
              </a:ext>
            </a:extLst>
          </p:cNvPr>
          <p:cNvSpPr txBox="1"/>
          <p:nvPr/>
        </p:nvSpPr>
        <p:spPr>
          <a:xfrm>
            <a:off x="6292109" y="3736217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99BC6FE-AFE7-F389-75B9-A8F3643C3ED3}"/>
              </a:ext>
            </a:extLst>
          </p:cNvPr>
          <p:cNvSpPr txBox="1"/>
          <p:nvPr/>
        </p:nvSpPr>
        <p:spPr>
          <a:xfrm>
            <a:off x="8883884" y="2319514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II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920FBEE-7032-277C-921E-0B38EC753303}"/>
              </a:ext>
            </a:extLst>
          </p:cNvPr>
          <p:cNvSpPr txBox="1"/>
          <p:nvPr/>
        </p:nvSpPr>
        <p:spPr>
          <a:xfrm>
            <a:off x="9795276" y="6105661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I</a:t>
            </a:r>
            <a:r>
              <a:rPr lang="en-US" dirty="0"/>
              <a:t>,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>
                <a:solidFill>
                  <a:srgbClr val="FFFF00"/>
                </a:solidFill>
              </a:rPr>
              <a:t>II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1E1A9D3B-E80B-7B16-BB38-AABEAA3801BC}"/>
              </a:ext>
            </a:extLst>
          </p:cNvPr>
          <p:cNvSpPr/>
          <p:nvPr/>
        </p:nvSpPr>
        <p:spPr>
          <a:xfrm>
            <a:off x="3431227" y="5354084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covers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&lt;=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B011F7EC-8451-CEDE-9366-A66104132FD9}"/>
              </a:ext>
            </a:extLst>
          </p:cNvPr>
          <p:cNvCxnSpPr>
            <a:cxnSpLocks/>
            <a:stCxn id="160" idx="0"/>
            <a:endCxn id="9" idx="2"/>
          </p:cNvCxnSpPr>
          <p:nvPr/>
        </p:nvCxnSpPr>
        <p:spPr>
          <a:xfrm flipH="1" flipV="1">
            <a:off x="3729853" y="3751678"/>
            <a:ext cx="420481" cy="1602406"/>
          </a:xfrm>
          <a:prstGeom prst="lin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4F794AEF-497B-1A22-DB28-BBFFA3E27C98}"/>
              </a:ext>
            </a:extLst>
          </p:cNvPr>
          <p:cNvCxnSpPr>
            <a:cxnSpLocks/>
            <a:stCxn id="160" idx="0"/>
            <a:endCxn id="13" idx="2"/>
          </p:cNvCxnSpPr>
          <p:nvPr/>
        </p:nvCxnSpPr>
        <p:spPr>
          <a:xfrm flipV="1">
            <a:off x="4150334" y="3751678"/>
            <a:ext cx="3516840" cy="1602406"/>
          </a:xfrm>
          <a:prstGeom prst="line">
            <a:avLst/>
          </a:prstGeom>
          <a:ln w="28575">
            <a:solidFill>
              <a:srgbClr val="FFFF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481B9D90-30D6-A2B2-25E6-8C6FED4FA22F}"/>
              </a:ext>
            </a:extLst>
          </p:cNvPr>
          <p:cNvSpPr txBox="1"/>
          <p:nvPr/>
        </p:nvSpPr>
        <p:spPr>
          <a:xfrm>
            <a:off x="3561070" y="5999440"/>
            <a:ext cx="1178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other poly</a:t>
            </a:r>
          </a:p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in H-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repr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7499AFDE-B91D-B154-9AC1-B02212B550F2}"/>
              </a:ext>
            </a:extLst>
          </p:cNvPr>
          <p:cNvSpPr/>
          <p:nvPr/>
        </p:nvSpPr>
        <p:spPr>
          <a:xfrm>
            <a:off x="5239132" y="5657742"/>
            <a:ext cx="93611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plot</a:t>
            </a:r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8CCD5D55-E1FE-0AC0-2A58-665B922BD1CC}"/>
              </a:ext>
            </a:extLst>
          </p:cNvPr>
          <p:cNvSpPr/>
          <p:nvPr/>
        </p:nvSpPr>
        <p:spPr>
          <a:xfrm>
            <a:off x="5617187" y="5122184"/>
            <a:ext cx="180000" cy="18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4617EE24-3B10-3A07-B052-2E6B5E65BCD1}"/>
              </a:ext>
            </a:extLst>
          </p:cNvPr>
          <p:cNvCxnSpPr>
            <a:cxnSpLocks/>
            <a:stCxn id="195" idx="0"/>
            <a:endCxn id="196" idx="4"/>
          </p:cNvCxnSpPr>
          <p:nvPr/>
        </p:nvCxnSpPr>
        <p:spPr>
          <a:xfrm flipV="1">
            <a:off x="5707187" y="5302184"/>
            <a:ext cx="0" cy="3555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5AED5AD2-D450-690A-06F0-86322A15BF41}"/>
              </a:ext>
            </a:extLst>
          </p:cNvPr>
          <p:cNvSpPr txBox="1"/>
          <p:nvPr/>
        </p:nvSpPr>
        <p:spPr>
          <a:xfrm>
            <a:off x="4993180" y="6279850"/>
            <a:ext cx="1372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only small n</a:t>
            </a:r>
          </a:p>
        </p:txBody>
      </p: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025C75C2-61B6-FCAA-E6F9-9FC1FC79274A}"/>
              </a:ext>
            </a:extLst>
          </p:cNvPr>
          <p:cNvCxnSpPr>
            <a:cxnSpLocks/>
            <a:stCxn id="196" idx="1"/>
            <a:endCxn id="9" idx="2"/>
          </p:cNvCxnSpPr>
          <p:nvPr/>
        </p:nvCxnSpPr>
        <p:spPr>
          <a:xfrm flipH="1" flipV="1">
            <a:off x="3729853" y="3751678"/>
            <a:ext cx="1913694" cy="1396866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CB4B5254-DC92-726E-1774-DA769EDAC46E}"/>
              </a:ext>
            </a:extLst>
          </p:cNvPr>
          <p:cNvCxnSpPr>
            <a:cxnSpLocks/>
            <a:stCxn id="196" idx="7"/>
            <a:endCxn id="13" idx="2"/>
          </p:cNvCxnSpPr>
          <p:nvPr/>
        </p:nvCxnSpPr>
        <p:spPr>
          <a:xfrm flipV="1">
            <a:off x="5770827" y="3751678"/>
            <a:ext cx="1896347" cy="1396866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ectangle 209">
            <a:extLst>
              <a:ext uri="{FF2B5EF4-FFF2-40B4-BE49-F238E27FC236}">
                <a16:creationId xmlns:a16="http://schemas.microsoft.com/office/drawing/2014/main" id="{D60C64B6-37E8-F031-30AF-24E4D03095DE}"/>
              </a:ext>
            </a:extLst>
          </p:cNvPr>
          <p:cNvSpPr/>
          <p:nvPr/>
        </p:nvSpPr>
        <p:spPr>
          <a:xfrm>
            <a:off x="6580672" y="5352098"/>
            <a:ext cx="93611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graph</a:t>
            </a: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DE738979-F409-FDCA-8E9E-4A9A48F6E62C}"/>
              </a:ext>
            </a:extLst>
          </p:cNvPr>
          <p:cNvSpPr/>
          <p:nvPr/>
        </p:nvSpPr>
        <p:spPr>
          <a:xfrm>
            <a:off x="6968817" y="4762639"/>
            <a:ext cx="180000" cy="18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F05FEE1D-83B4-C478-6A63-C8C89DF47188}"/>
              </a:ext>
            </a:extLst>
          </p:cNvPr>
          <p:cNvCxnSpPr>
            <a:cxnSpLocks/>
            <a:stCxn id="211" idx="1"/>
            <a:endCxn id="9" idx="2"/>
          </p:cNvCxnSpPr>
          <p:nvPr/>
        </p:nvCxnSpPr>
        <p:spPr>
          <a:xfrm flipH="1" flipV="1">
            <a:off x="3729853" y="3751678"/>
            <a:ext cx="3265324" cy="1037321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D49A8E96-2F17-ED32-EB5F-1327A4B98B61}"/>
              </a:ext>
            </a:extLst>
          </p:cNvPr>
          <p:cNvCxnSpPr>
            <a:cxnSpLocks/>
            <a:stCxn id="211" idx="7"/>
            <a:endCxn id="13" idx="2"/>
          </p:cNvCxnSpPr>
          <p:nvPr/>
        </p:nvCxnSpPr>
        <p:spPr>
          <a:xfrm flipV="1">
            <a:off x="7122457" y="3751678"/>
            <a:ext cx="544717" cy="1037321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944BE07B-C5B4-5EB9-A8FE-1D562ABA158A}"/>
              </a:ext>
            </a:extLst>
          </p:cNvPr>
          <p:cNvCxnSpPr>
            <a:cxnSpLocks/>
            <a:stCxn id="210" idx="0"/>
            <a:endCxn id="211" idx="4"/>
          </p:cNvCxnSpPr>
          <p:nvPr/>
        </p:nvCxnSpPr>
        <p:spPr>
          <a:xfrm flipV="1">
            <a:off x="7048727" y="4942639"/>
            <a:ext cx="10090" cy="40945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725616B-A739-645E-93C8-F901DD4EE32A}"/>
              </a:ext>
            </a:extLst>
          </p:cNvPr>
          <p:cNvSpPr/>
          <p:nvPr/>
        </p:nvSpPr>
        <p:spPr>
          <a:xfrm>
            <a:off x="11039205" y="1922429"/>
            <a:ext cx="669130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vol‎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9CA8752D-F086-D70F-B5E9-C0E2E6BF4CD6}"/>
              </a:ext>
            </a:extLst>
          </p:cNvPr>
          <p:cNvSpPr/>
          <p:nvPr/>
        </p:nvSpPr>
        <p:spPr>
          <a:xfrm>
            <a:off x="5673251" y="871793"/>
            <a:ext cx="1670576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is_bounded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8735A55A-96DC-9AE9-9551-24787B6DF91D}"/>
              </a:ext>
            </a:extLst>
          </p:cNvPr>
          <p:cNvSpPr/>
          <p:nvPr/>
        </p:nvSpPr>
        <p:spPr>
          <a:xfrm>
            <a:off x="10314227" y="3644859"/>
            <a:ext cx="1228269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is_degen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D8C4C5CC-C8D0-FEEB-EF4E-F3D6912CE537}"/>
              </a:ext>
            </a:extLst>
          </p:cNvPr>
          <p:cNvSpPr/>
          <p:nvPr/>
        </p:nvSpPr>
        <p:spPr>
          <a:xfrm>
            <a:off x="10415886" y="2782929"/>
            <a:ext cx="1438214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cart_prod</a:t>
            </a:r>
            <a:endParaRPr lang="en-US" dirty="0">
              <a:solidFill>
                <a:sysClr val="windowText" lastClr="000000"/>
              </a:solidFill>
              <a:latin typeface="American Typewriter" panose="02090604020004020304" pitchFamily="18" charset="77"/>
            </a:endParaRPr>
          </a:p>
          <a:p>
            <a:pPr algn="ctr"/>
            <a:r>
              <a:rPr lang="en-US" dirty="0">
                <a:solidFill>
                  <a:sysClr val="windowText" lastClr="000000"/>
                </a:solidFill>
                <a:highlight>
                  <a:srgbClr val="008080"/>
                </a:highlight>
                <a:latin typeface="American Typewriter" panose="02090604020004020304" pitchFamily="18" charset="77"/>
              </a:rPr>
              <a:t> ** </a:t>
            </a:r>
            <a:r>
              <a:rPr lang="en-US" dirty="0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‎ 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C01524AB-A3B7-EE57-FFD5-3D00B7EFD02C}"/>
              </a:ext>
            </a:extLst>
          </p:cNvPr>
          <p:cNvSpPr/>
          <p:nvPr/>
        </p:nvSpPr>
        <p:spPr>
          <a:xfrm>
            <a:off x="10831595" y="4450462"/>
            <a:ext cx="932506" cy="645356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  <a:latin typeface="American Typewriter" panose="02090604020004020304" pitchFamily="18" charset="77"/>
              </a:rPr>
              <a:t>chebc</a:t>
            </a:r>
            <a:endParaRPr lang="en-US" dirty="0">
              <a:solidFill>
                <a:sysClr val="windowText" lastClr="000000"/>
              </a:solidFill>
              <a:highlight>
                <a:srgbClr val="008080"/>
              </a:highlight>
              <a:latin typeface="American Typewriter" panose="02090604020004020304" pitchFamily="18" charset="77"/>
            </a:endParaRPr>
          </a:p>
        </p:txBody>
      </p: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8F86FDF7-E78F-13FC-AB63-7CC5935D358A}"/>
              </a:ext>
            </a:extLst>
          </p:cNvPr>
          <p:cNvCxnSpPr>
            <a:cxnSpLocks/>
            <a:stCxn id="9" idx="0"/>
            <a:endCxn id="222" idx="2"/>
          </p:cNvCxnSpPr>
          <p:nvPr/>
        </p:nvCxnSpPr>
        <p:spPr>
          <a:xfrm flipV="1">
            <a:off x="3729853" y="1517149"/>
            <a:ext cx="2778686" cy="1589173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Rectangle 239">
            <a:extLst>
              <a:ext uri="{FF2B5EF4-FFF2-40B4-BE49-F238E27FC236}">
                <a16:creationId xmlns:a16="http://schemas.microsoft.com/office/drawing/2014/main" id="{592F093B-0447-E802-C3BC-E6820D8F6C81}"/>
              </a:ext>
            </a:extLst>
          </p:cNvPr>
          <p:cNvSpPr/>
          <p:nvPr/>
        </p:nvSpPr>
        <p:spPr>
          <a:xfrm>
            <a:off x="8764078" y="230692"/>
            <a:ext cx="358815" cy="3588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7733469D-2302-5931-7F23-7FC3C97CD279}"/>
              </a:ext>
            </a:extLst>
          </p:cNvPr>
          <p:cNvSpPr txBox="1"/>
          <p:nvPr/>
        </p:nvSpPr>
        <p:spPr>
          <a:xfrm>
            <a:off x="9296514" y="225434"/>
            <a:ext cx="757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Trivial</a:t>
            </a:r>
          </a:p>
        </p:txBody>
      </p:sp>
      <p:cxnSp>
        <p:nvCxnSpPr>
          <p:cNvPr id="242" name="Straight Connector 241">
            <a:extLst>
              <a:ext uri="{FF2B5EF4-FFF2-40B4-BE49-F238E27FC236}">
                <a16:creationId xmlns:a16="http://schemas.microsoft.com/office/drawing/2014/main" id="{C3B619C8-10A3-798A-4D95-173D9C7228FB}"/>
              </a:ext>
            </a:extLst>
          </p:cNvPr>
          <p:cNvCxnSpPr>
            <a:cxnSpLocks/>
            <a:stCxn id="13" idx="0"/>
            <a:endCxn id="222" idx="2"/>
          </p:cNvCxnSpPr>
          <p:nvPr/>
        </p:nvCxnSpPr>
        <p:spPr>
          <a:xfrm flipH="1" flipV="1">
            <a:off x="6508539" y="1517149"/>
            <a:ext cx="1158635" cy="1589173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TextBox 248">
            <a:extLst>
              <a:ext uri="{FF2B5EF4-FFF2-40B4-BE49-F238E27FC236}">
                <a16:creationId xmlns:a16="http://schemas.microsoft.com/office/drawing/2014/main" id="{AA29ECC2-FF79-6644-B189-4FB9723AAFC7}"/>
              </a:ext>
            </a:extLst>
          </p:cNvPr>
          <p:cNvSpPr txBox="1"/>
          <p:nvPr/>
        </p:nvSpPr>
        <p:spPr>
          <a:xfrm>
            <a:off x="15635" y="6290327"/>
            <a:ext cx="2023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rejection sampling</a:t>
            </a:r>
          </a:p>
        </p:txBody>
      </p:sp>
    </p:spTree>
    <p:extLst>
      <p:ext uri="{BB962C8B-B14F-4D97-AF65-F5344CB8AC3E}">
        <p14:creationId xmlns:p14="http://schemas.microsoft.com/office/powerpoint/2010/main" val="37453627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784AE-AF1A-CBFA-E326-A80F17FED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FA50A4-57DF-57D3-200B-9E194D94B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85045"/>
            <a:ext cx="5990863" cy="1325563"/>
          </a:xfrm>
        </p:spPr>
        <p:txBody>
          <a:bodyPr/>
          <a:lstStyle/>
          <a:p>
            <a:r>
              <a:rPr lang="en-US" dirty="0"/>
              <a:t>Polytope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94E02B-3177-6A8B-77D8-CCE06B0BE7DE}"/>
              </a:ext>
            </a:extLst>
          </p:cNvPr>
          <p:cNvSpPr/>
          <p:nvPr/>
        </p:nvSpPr>
        <p:spPr>
          <a:xfrm>
            <a:off x="327994" y="1690688"/>
            <a:ext cx="2744989" cy="4947503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BE5440-36D3-BB37-9447-F89FCFD791B5}"/>
              </a:ext>
            </a:extLst>
          </p:cNvPr>
          <p:cNvSpPr txBox="1"/>
          <p:nvPr/>
        </p:nvSpPr>
        <p:spPr>
          <a:xfrm>
            <a:off x="327995" y="1321357"/>
            <a:ext cx="1711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Representation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EFB855-606C-F36A-671F-B95F9442A656}"/>
              </a:ext>
            </a:extLst>
          </p:cNvPr>
          <p:cNvSpPr/>
          <p:nvPr/>
        </p:nvSpPr>
        <p:spPr>
          <a:xfrm>
            <a:off x="507520" y="2138941"/>
            <a:ext cx="2370857" cy="73545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1BFFA2-7068-1DB5-D305-EB810E17CAA8}"/>
              </a:ext>
            </a:extLst>
          </p:cNvPr>
          <p:cNvSpPr txBox="1"/>
          <p:nvPr/>
        </p:nvSpPr>
        <p:spPr>
          <a:xfrm>
            <a:off x="507520" y="2135728"/>
            <a:ext cx="805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self.A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4017D5-8481-A93E-E9AE-4DD0F57483D7}"/>
              </a:ext>
            </a:extLst>
          </p:cNvPr>
          <p:cNvSpPr txBox="1"/>
          <p:nvPr/>
        </p:nvSpPr>
        <p:spPr>
          <a:xfrm>
            <a:off x="1747940" y="2135728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self.b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452667-6DEF-21B4-B642-5FF79F4EF6F0}"/>
              </a:ext>
            </a:extLst>
          </p:cNvPr>
          <p:cNvSpPr txBox="1"/>
          <p:nvPr/>
        </p:nvSpPr>
        <p:spPr>
          <a:xfrm>
            <a:off x="507520" y="2505060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self._Ab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= [A | b]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031022-D74A-227E-D6E4-D8BB6C1CCFBC}"/>
              </a:ext>
            </a:extLst>
          </p:cNvPr>
          <p:cNvSpPr txBox="1"/>
          <p:nvPr/>
        </p:nvSpPr>
        <p:spPr>
          <a:xfrm>
            <a:off x="507520" y="1766396"/>
            <a:ext cx="1775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+mj-lt"/>
              </a:rPr>
              <a:t>H-representation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4F104E-2A60-5095-637A-407528A9FCDA}"/>
              </a:ext>
            </a:extLst>
          </p:cNvPr>
          <p:cNvSpPr/>
          <p:nvPr/>
        </p:nvSpPr>
        <p:spPr>
          <a:xfrm>
            <a:off x="507520" y="3983994"/>
            <a:ext cx="2370855" cy="73545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AD6974-E7D6-77B6-1641-9771406C97A6}"/>
              </a:ext>
            </a:extLst>
          </p:cNvPr>
          <p:cNvSpPr txBox="1"/>
          <p:nvPr/>
        </p:nvSpPr>
        <p:spPr>
          <a:xfrm>
            <a:off x="507520" y="3980781"/>
            <a:ext cx="12165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self.verts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63A49F-735C-7A87-6F94-BBB7E0699438}"/>
              </a:ext>
            </a:extLst>
          </p:cNvPr>
          <p:cNvSpPr txBox="1"/>
          <p:nvPr/>
        </p:nvSpPr>
        <p:spPr>
          <a:xfrm>
            <a:off x="507520" y="4350113"/>
            <a:ext cx="1562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self._verts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AA3A78-5033-86E0-31EA-1FA4FDD47D1B}"/>
              </a:ext>
            </a:extLst>
          </p:cNvPr>
          <p:cNvSpPr txBox="1"/>
          <p:nvPr/>
        </p:nvSpPr>
        <p:spPr>
          <a:xfrm>
            <a:off x="507520" y="3611449"/>
            <a:ext cx="1744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+mj-lt"/>
              </a:rPr>
              <a:t>V-representation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FB36BFA-7EA6-2B8C-C3F6-395496D6201F}"/>
              </a:ext>
            </a:extLst>
          </p:cNvPr>
          <p:cNvSpPr txBox="1"/>
          <p:nvPr/>
        </p:nvSpPr>
        <p:spPr>
          <a:xfrm>
            <a:off x="3631411" y="1766396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self.is_hrepr</a:t>
            </a:r>
            <a:r>
              <a:rPr lang="en-US" dirty="0">
                <a:latin typeface="American Typewriter" panose="02090604020004020304" pitchFamily="18" charset="77"/>
              </a:rPr>
              <a:t> = bool</a:t>
            </a:r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313D93-EEE1-213D-5D23-3D58D21629CF}"/>
              </a:ext>
            </a:extLst>
          </p:cNvPr>
          <p:cNvSpPr txBox="1"/>
          <p:nvPr/>
        </p:nvSpPr>
        <p:spPr>
          <a:xfrm>
            <a:off x="3387318" y="1321357"/>
            <a:ext cx="713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Flags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FFC65B2-658C-CC20-9711-785F3BF1411B}"/>
              </a:ext>
            </a:extLst>
          </p:cNvPr>
          <p:cNvSpPr/>
          <p:nvPr/>
        </p:nvSpPr>
        <p:spPr>
          <a:xfrm>
            <a:off x="3387316" y="1690688"/>
            <a:ext cx="4304002" cy="3369365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4DA45-0771-58C6-6035-EF1B5D0453D0}"/>
              </a:ext>
            </a:extLst>
          </p:cNvPr>
          <p:cNvSpPr txBox="1"/>
          <p:nvPr/>
        </p:nvSpPr>
        <p:spPr>
          <a:xfrm>
            <a:off x="3631411" y="2135728"/>
            <a:ext cx="224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self.is_vrepr</a:t>
            </a:r>
            <a:r>
              <a:rPr lang="en-US" dirty="0">
                <a:latin typeface="American Typewriter" panose="02090604020004020304" pitchFamily="18" charset="77"/>
              </a:rPr>
              <a:t> = bool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A6D1758-3FB1-2C90-B080-8FDA222C0EC6}"/>
              </a:ext>
            </a:extLst>
          </p:cNvPr>
          <p:cNvSpPr txBox="1"/>
          <p:nvPr/>
        </p:nvSpPr>
        <p:spPr>
          <a:xfrm>
            <a:off x="3631411" y="2505060"/>
            <a:ext cx="3066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self.is_degen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ED79A0-2BFA-E4E1-224E-CD3A1546A637}"/>
              </a:ext>
            </a:extLst>
          </p:cNvPr>
          <p:cNvSpPr txBox="1"/>
          <p:nvPr/>
        </p:nvSpPr>
        <p:spPr>
          <a:xfrm>
            <a:off x="3631411" y="2874392"/>
            <a:ext cx="347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self.is_bounded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1BD96C-FF2C-7E82-31D9-41E9CB64B239}"/>
              </a:ext>
            </a:extLst>
          </p:cNvPr>
          <p:cNvSpPr txBox="1"/>
          <p:nvPr/>
        </p:nvSpPr>
        <p:spPr>
          <a:xfrm>
            <a:off x="3631410" y="3243724"/>
            <a:ext cx="3319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self.is_full_dim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731D56-66CA-C45C-FADD-7771175BA830}"/>
              </a:ext>
            </a:extLst>
          </p:cNvPr>
          <p:cNvSpPr txBox="1"/>
          <p:nvPr/>
        </p:nvSpPr>
        <p:spPr>
          <a:xfrm>
            <a:off x="3631410" y="3616704"/>
            <a:ext cx="31159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self.is_empty</a:t>
            </a:r>
            <a:r>
              <a:rPr lang="en-US" dirty="0">
                <a:latin typeface="American Typewriter" panose="02090604020004020304" pitchFamily="18" charset="77"/>
              </a:rPr>
              <a:t> = bool | None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68A4B7-8957-AAAA-8C0D-9D42B81B3075}"/>
              </a:ext>
            </a:extLst>
          </p:cNvPr>
          <p:cNvSpPr txBox="1"/>
          <p:nvPr/>
        </p:nvSpPr>
        <p:spPr>
          <a:xfrm>
            <a:off x="507519" y="5448470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self.n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467385-9FE1-7415-A9BA-BDD1E39E23D7}"/>
              </a:ext>
            </a:extLst>
          </p:cNvPr>
          <p:cNvSpPr txBox="1"/>
          <p:nvPr/>
        </p:nvSpPr>
        <p:spPr>
          <a:xfrm>
            <a:off x="8335122" y="1766396"/>
            <a:ext cx="967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self.vol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FA15793-FBF0-4816-E0FC-13598A5A93CC}"/>
              </a:ext>
            </a:extLst>
          </p:cNvPr>
          <p:cNvSpPr txBox="1"/>
          <p:nvPr/>
        </p:nvSpPr>
        <p:spPr>
          <a:xfrm>
            <a:off x="8091029" y="1321357"/>
            <a:ext cx="1712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Characteristics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949B69B-5975-EC35-DDEB-FAEBC7D2DF36}"/>
              </a:ext>
            </a:extLst>
          </p:cNvPr>
          <p:cNvSpPr/>
          <p:nvPr/>
        </p:nvSpPr>
        <p:spPr>
          <a:xfrm>
            <a:off x="8091027" y="1690688"/>
            <a:ext cx="3603347" cy="3369365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507276-70CA-9BFA-5061-5505788F329A}"/>
              </a:ext>
            </a:extLst>
          </p:cNvPr>
          <p:cNvSpPr txBox="1"/>
          <p:nvPr/>
        </p:nvSpPr>
        <p:spPr>
          <a:xfrm>
            <a:off x="8335122" y="2135728"/>
            <a:ext cx="2855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self._vol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= float | None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FB07D6-16EE-14AD-4483-30EF2FE0B8ED}"/>
              </a:ext>
            </a:extLst>
          </p:cNvPr>
          <p:cNvSpPr txBox="1"/>
          <p:nvPr/>
        </p:nvSpPr>
        <p:spPr>
          <a:xfrm>
            <a:off x="8335122" y="2505060"/>
            <a:ext cx="1263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self.chebc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E855ACF-96B7-0FF8-3B7C-E7212141FCD3}"/>
              </a:ext>
            </a:extLst>
          </p:cNvPr>
          <p:cNvSpPr txBox="1"/>
          <p:nvPr/>
        </p:nvSpPr>
        <p:spPr>
          <a:xfrm>
            <a:off x="10034192" y="2505060"/>
            <a:ext cx="1260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self.chebr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A21E40C-9D6A-BA51-FDA1-BA1D20D05BB6}"/>
              </a:ext>
            </a:extLst>
          </p:cNvPr>
          <p:cNvSpPr txBox="1"/>
          <p:nvPr/>
        </p:nvSpPr>
        <p:spPr>
          <a:xfrm>
            <a:off x="8335122" y="2874392"/>
            <a:ext cx="2881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self._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chebcr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= [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c^T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| r]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A46D95-71EA-8254-832D-B4F328961B27}"/>
              </a:ext>
            </a:extLst>
          </p:cNvPr>
          <p:cNvSpPr txBox="1"/>
          <p:nvPr/>
        </p:nvSpPr>
        <p:spPr>
          <a:xfrm>
            <a:off x="3631410" y="3982388"/>
            <a:ext cx="3859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self.is_min_repr</a:t>
            </a:r>
            <a:r>
              <a:rPr lang="en-US" dirty="0">
                <a:latin typeface="American Typewriter" panose="02090604020004020304" pitchFamily="18" charset="77"/>
              </a:rPr>
              <a:t> = bool | None </a:t>
            </a:r>
            <a:r>
              <a:rPr lang="en-US" dirty="0"/>
              <a:t>(?)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7FD90C-F2FA-D876-45E9-F24FCE630DD9}"/>
              </a:ext>
            </a:extLst>
          </p:cNvPr>
          <p:cNvSpPr txBox="1"/>
          <p:nvPr/>
        </p:nvSpPr>
        <p:spPr>
          <a:xfrm>
            <a:off x="3631409" y="4355368"/>
            <a:ext cx="3745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self.is_singleton</a:t>
            </a:r>
            <a:r>
              <a:rPr lang="en-US" dirty="0">
                <a:latin typeface="American Typewriter" panose="02090604020004020304" pitchFamily="18" charset="77"/>
              </a:rPr>
              <a:t> = bool | None </a:t>
            </a:r>
            <a:r>
              <a:rPr lang="en-US" dirty="0"/>
              <a:t>(?)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F631887-50B4-6091-3630-266DF9651A09}"/>
              </a:ext>
            </a:extLst>
          </p:cNvPr>
          <p:cNvSpPr/>
          <p:nvPr/>
        </p:nvSpPr>
        <p:spPr>
          <a:xfrm>
            <a:off x="507520" y="2877605"/>
            <a:ext cx="2370856" cy="735451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2ADC7F9-83BA-2E17-8F60-8CF9696FE40F}"/>
              </a:ext>
            </a:extLst>
          </p:cNvPr>
          <p:cNvSpPr txBox="1"/>
          <p:nvPr/>
        </p:nvSpPr>
        <p:spPr>
          <a:xfrm>
            <a:off x="507520" y="2871042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self.A_eq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1FB0A1-9BE3-49BF-384C-2390FB7D5498}"/>
              </a:ext>
            </a:extLst>
          </p:cNvPr>
          <p:cNvSpPr txBox="1"/>
          <p:nvPr/>
        </p:nvSpPr>
        <p:spPr>
          <a:xfrm>
            <a:off x="1747940" y="2871042"/>
            <a:ext cx="1130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self.b_eq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3615C2-5A50-0A5B-5A19-D6974906E46E}"/>
              </a:ext>
            </a:extLst>
          </p:cNvPr>
          <p:cNvSpPr txBox="1"/>
          <p:nvPr/>
        </p:nvSpPr>
        <p:spPr>
          <a:xfrm>
            <a:off x="507520" y="3240374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self._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Ab_eq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77D4F4B-3ED4-F211-A781-5C8B0266EC8B}"/>
              </a:ext>
            </a:extLst>
          </p:cNvPr>
          <p:cNvSpPr/>
          <p:nvPr/>
        </p:nvSpPr>
        <p:spPr>
          <a:xfrm>
            <a:off x="515060" y="4716232"/>
            <a:ext cx="2370856" cy="735451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pPr algn="ctr"/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merican Typewriter" panose="02090604020004020304" pitchFamily="18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F6EBDB-7F73-DF34-C679-AF302DAFFFF0}"/>
              </a:ext>
            </a:extLst>
          </p:cNvPr>
          <p:cNvSpPr txBox="1"/>
          <p:nvPr/>
        </p:nvSpPr>
        <p:spPr>
          <a:xfrm>
            <a:off x="524409" y="4712882"/>
            <a:ext cx="1125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self.rays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6C31EE-F0FE-A4FC-F6D3-3B805FBF80A9}"/>
              </a:ext>
            </a:extLst>
          </p:cNvPr>
          <p:cNvSpPr txBox="1"/>
          <p:nvPr/>
        </p:nvSpPr>
        <p:spPr>
          <a:xfrm>
            <a:off x="524409" y="5082214"/>
            <a:ext cx="14718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    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  <a:latin typeface="American Typewriter" panose="02090604020004020304" pitchFamily="18" charset="77"/>
              </a:rPr>
              <a:t>self._rays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0C45318-9FEF-FD3F-9576-8B757B98D009}"/>
              </a:ext>
            </a:extLst>
          </p:cNvPr>
          <p:cNvSpPr txBox="1"/>
          <p:nvPr/>
        </p:nvSpPr>
        <p:spPr>
          <a:xfrm>
            <a:off x="507518" y="5811239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self.m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4E02F5-9EE2-8191-6A36-665187C1566B}"/>
              </a:ext>
            </a:extLst>
          </p:cNvPr>
          <p:cNvSpPr txBox="1"/>
          <p:nvPr/>
        </p:nvSpPr>
        <p:spPr>
          <a:xfrm>
            <a:off x="507518" y="6170795"/>
            <a:ext cx="776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>
                    <a:lumMod val="75000"/>
                  </a:schemeClr>
                </a:solidFill>
                <a:latin typeface="American Typewriter" panose="02090604020004020304" pitchFamily="18" charset="77"/>
              </a:rPr>
              <a:t>self.k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6C5E1D9-4DFF-CDE3-EAD4-4457A229FFF0}"/>
              </a:ext>
            </a:extLst>
          </p:cNvPr>
          <p:cNvSpPr txBox="1"/>
          <p:nvPr/>
        </p:nvSpPr>
        <p:spPr>
          <a:xfrm>
            <a:off x="8335122" y="3240374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5"/>
                </a:solidFill>
                <a:latin typeface="American Typewriter" panose="02090604020004020304" pitchFamily="18" charset="77"/>
              </a:rPr>
              <a:t>self.dim</a:t>
            </a:r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065393B-E563-19C2-BC97-ECC93F928548}"/>
              </a:ext>
            </a:extLst>
          </p:cNvPr>
          <p:cNvSpPr txBox="1"/>
          <p:nvPr/>
        </p:nvSpPr>
        <p:spPr>
          <a:xfrm>
            <a:off x="8335122" y="3613354"/>
            <a:ext cx="1747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self.center</a:t>
            </a:r>
            <a:r>
              <a:rPr lang="en-US" dirty="0">
                <a:latin typeface="American Typewriter" panose="02090604020004020304" pitchFamily="18" charset="77"/>
              </a:rPr>
              <a:t>(…)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737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15036</TotalTime>
  <Words>1136</Words>
  <Application>Microsoft Macintosh PowerPoint</Application>
  <PresentationFormat>Widescreen</PresentationFormat>
  <Paragraphs>226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American Typewriter</vt:lpstr>
      <vt:lpstr>Aptos</vt:lpstr>
      <vt:lpstr>Aptos Display</vt:lpstr>
      <vt:lpstr>Arial</vt:lpstr>
      <vt:lpstr>Office Theme</vt:lpstr>
      <vt:lpstr>…</vt:lpstr>
      <vt:lpstr>Features</vt:lpstr>
      <vt:lpstr>1. Numeric Type Emulation</vt:lpstr>
      <vt:lpstr>1. Numeric Type Emulation</vt:lpstr>
      <vt:lpstr>2. Visualization</vt:lpstr>
      <vt:lpstr>2. Visualization</vt:lpstr>
      <vt:lpstr>3. H-representation and V-representation</vt:lpstr>
      <vt:lpstr>4. Degeneracy</vt:lpstr>
      <vt:lpstr>5. Inter-object integration</vt:lpstr>
      <vt:lpstr>6. External libraries integration</vt:lpstr>
      <vt:lpstr>7. Lazy evaluation/loading</vt:lpstr>
      <vt:lpstr>Why am I seeking collaborators?</vt:lpstr>
      <vt:lpstr>What do you get in return?</vt:lpstr>
      <vt:lpstr>How much do I need to be involved?</vt:lpstr>
      <vt:lpstr>Initialization</vt:lpstr>
      <vt:lpstr>Optimization</vt:lpstr>
      <vt:lpstr>PowerPoint Presentation</vt:lpstr>
      <vt:lpstr>Polytope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 Wolleswinkel</dc:creator>
  <cp:lastModifiedBy>Bart Wolleswinkel</cp:lastModifiedBy>
  <cp:revision>1</cp:revision>
  <dcterms:created xsi:type="dcterms:W3CDTF">2025-12-26T12:43:44Z</dcterms:created>
  <dcterms:modified xsi:type="dcterms:W3CDTF">2026-02-01T23:26:35Z</dcterms:modified>
</cp:coreProperties>
</file>