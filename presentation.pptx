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4" r:id="rId7"/>
    <p:sldId id="262" r:id="rId8"/>
    <p:sldId id="265" r:id="rId9"/>
    <p:sldId id="261" r:id="rId10"/>
    <p:sldId id="263" r:id="rId11"/>
    <p:sldId id="260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BFB444-7DBC-CA44-A6DD-A4B3F7DBDADB}" v="133" dt="2026-01-20T15:22:39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75"/>
  </p:normalViewPr>
  <p:slideViewPr>
    <p:cSldViewPr snapToGrid="0">
      <p:cViewPr>
        <p:scale>
          <a:sx n="108" d="100"/>
          <a:sy n="108" d="100"/>
        </p:scale>
        <p:origin x="92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t Wolleswinkel" userId="b168cadc-1825-41ce-b9cc-7c7f06f6f31d" providerId="ADAL" clId="{22248CC1-9068-5BCB-B15B-4353FE48F57D}"/>
    <pc:docChg chg="undo custSel addSld modSld">
      <pc:chgData name="Bart Wolleswinkel" userId="b168cadc-1825-41ce-b9cc-7c7f06f6f31d" providerId="ADAL" clId="{22248CC1-9068-5BCB-B15B-4353FE48F57D}" dt="2026-01-20T15:24:20.557" v="631" actId="20577"/>
      <pc:docMkLst>
        <pc:docMk/>
      </pc:docMkLst>
      <pc:sldChg chg="modSp mod">
        <pc:chgData name="Bart Wolleswinkel" userId="b168cadc-1825-41ce-b9cc-7c7f06f6f31d" providerId="ADAL" clId="{22248CC1-9068-5BCB-B15B-4353FE48F57D}" dt="2026-01-08T12:43:12.113" v="3" actId="5793"/>
        <pc:sldMkLst>
          <pc:docMk/>
          <pc:sldMk cId="2563034518" sldId="256"/>
        </pc:sldMkLst>
        <pc:spChg chg="mod">
          <ac:chgData name="Bart Wolleswinkel" userId="b168cadc-1825-41ce-b9cc-7c7f06f6f31d" providerId="ADAL" clId="{22248CC1-9068-5BCB-B15B-4353FE48F57D}" dt="2026-01-08T12:43:12.113" v="3" actId="5793"/>
          <ac:spMkLst>
            <pc:docMk/>
            <pc:sldMk cId="2563034518" sldId="256"/>
            <ac:spMk id="2" creationId="{11592D63-90DE-8FC5-4122-5EC6AA7A9F3D}"/>
          </ac:spMkLst>
        </pc:spChg>
      </pc:sldChg>
      <pc:sldChg chg="modSp mod">
        <pc:chgData name="Bart Wolleswinkel" userId="b168cadc-1825-41ce-b9cc-7c7f06f6f31d" providerId="ADAL" clId="{22248CC1-9068-5BCB-B15B-4353FE48F57D}" dt="2026-01-08T13:29:15.403" v="11" actId="5793"/>
        <pc:sldMkLst>
          <pc:docMk/>
          <pc:sldMk cId="74253125" sldId="267"/>
        </pc:sldMkLst>
        <pc:spChg chg="mod">
          <ac:chgData name="Bart Wolleswinkel" userId="b168cadc-1825-41ce-b9cc-7c7f06f6f31d" providerId="ADAL" clId="{22248CC1-9068-5BCB-B15B-4353FE48F57D}" dt="2026-01-08T13:28:12.162" v="7" actId="20577"/>
          <ac:spMkLst>
            <pc:docMk/>
            <pc:sldMk cId="74253125" sldId="267"/>
            <ac:spMk id="2" creationId="{41AAC7F8-4717-800F-1167-E97B7F5FBEBE}"/>
          </ac:spMkLst>
        </pc:spChg>
        <pc:spChg chg="mod">
          <ac:chgData name="Bart Wolleswinkel" userId="b168cadc-1825-41ce-b9cc-7c7f06f6f31d" providerId="ADAL" clId="{22248CC1-9068-5BCB-B15B-4353FE48F57D}" dt="2026-01-08T13:29:15.403" v="11" actId="5793"/>
          <ac:spMkLst>
            <pc:docMk/>
            <pc:sldMk cId="74253125" sldId="267"/>
            <ac:spMk id="9" creationId="{A8F04E1F-D9F7-6017-DA7A-5C0C6EBEDBF5}"/>
          </ac:spMkLst>
        </pc:spChg>
      </pc:sldChg>
      <pc:sldChg chg="addSp delSp modSp add mod">
        <pc:chgData name="Bart Wolleswinkel" userId="b168cadc-1825-41ce-b9cc-7c7f06f6f31d" providerId="ADAL" clId="{22248CC1-9068-5BCB-B15B-4353FE48F57D}" dt="2026-01-20T15:24:20.557" v="631" actId="20577"/>
        <pc:sldMkLst>
          <pc:docMk/>
          <pc:sldMk cId="256577611" sldId="270"/>
        </pc:sldMkLst>
        <pc:spChg chg="del">
          <ac:chgData name="Bart Wolleswinkel" userId="b168cadc-1825-41ce-b9cc-7c7f06f6f31d" providerId="ADAL" clId="{22248CC1-9068-5BCB-B15B-4353FE48F57D}" dt="2026-01-20T14:55:31.202" v="13" actId="478"/>
          <ac:spMkLst>
            <pc:docMk/>
            <pc:sldMk cId="256577611" sldId="270"/>
            <ac:spMk id="2" creationId="{A9F52DD2-6334-029F-6513-EA3773107D84}"/>
          </ac:spMkLst>
        </pc:spChg>
        <pc:spChg chg="add mod">
          <ac:chgData name="Bart Wolleswinkel" userId="b168cadc-1825-41ce-b9cc-7c7f06f6f31d" providerId="ADAL" clId="{22248CC1-9068-5BCB-B15B-4353FE48F57D}" dt="2026-01-20T15:09:41.260" v="404" actId="14100"/>
          <ac:spMkLst>
            <pc:docMk/>
            <pc:sldMk cId="256577611" sldId="270"/>
            <ac:spMk id="4" creationId="{917348C7-57B9-4E99-AD65-F46BFABB7BDC}"/>
          </ac:spMkLst>
        </pc:spChg>
        <pc:spChg chg="add del mod">
          <ac:chgData name="Bart Wolleswinkel" userId="b168cadc-1825-41ce-b9cc-7c7f06f6f31d" providerId="ADAL" clId="{22248CC1-9068-5BCB-B15B-4353FE48F57D}" dt="2026-01-20T14:55:49.539" v="29" actId="478"/>
          <ac:spMkLst>
            <pc:docMk/>
            <pc:sldMk cId="256577611" sldId="270"/>
            <ac:spMk id="6" creationId="{730E3CF9-3180-2298-83B0-D5D46ECE4695}"/>
          </ac:spMkLst>
        </pc:spChg>
        <pc:spChg chg="add mod">
          <ac:chgData name="Bart Wolleswinkel" userId="b168cadc-1825-41ce-b9cc-7c7f06f6f31d" providerId="ADAL" clId="{22248CC1-9068-5BCB-B15B-4353FE48F57D}" dt="2026-01-20T15:00:07.063" v="188" actId="20577"/>
          <ac:spMkLst>
            <pc:docMk/>
            <pc:sldMk cId="256577611" sldId="270"/>
            <ac:spMk id="7" creationId="{85BA688B-34B4-32DA-142F-35253A1C999F}"/>
          </ac:spMkLst>
        </pc:spChg>
        <pc:spChg chg="add mod">
          <ac:chgData name="Bart Wolleswinkel" userId="b168cadc-1825-41ce-b9cc-7c7f06f6f31d" providerId="ADAL" clId="{22248CC1-9068-5BCB-B15B-4353FE48F57D}" dt="2026-01-20T14:57:14.620" v="62" actId="1076"/>
          <ac:spMkLst>
            <pc:docMk/>
            <pc:sldMk cId="256577611" sldId="270"/>
            <ac:spMk id="8" creationId="{0EA53377-0336-69D4-4C28-8C6B9D672000}"/>
          </ac:spMkLst>
        </pc:spChg>
        <pc:spChg chg="del">
          <ac:chgData name="Bart Wolleswinkel" userId="b168cadc-1825-41ce-b9cc-7c7f06f6f31d" providerId="ADAL" clId="{22248CC1-9068-5BCB-B15B-4353FE48F57D}" dt="2026-01-20T14:55:31.202" v="13" actId="478"/>
          <ac:spMkLst>
            <pc:docMk/>
            <pc:sldMk cId="256577611" sldId="270"/>
            <ac:spMk id="9" creationId="{7A081515-89B3-FCA1-F4A9-DB25F489E799}"/>
          </ac:spMkLst>
        </pc:spChg>
        <pc:spChg chg="add del mod">
          <ac:chgData name="Bart Wolleswinkel" userId="b168cadc-1825-41ce-b9cc-7c7f06f6f31d" providerId="ADAL" clId="{22248CC1-9068-5BCB-B15B-4353FE48F57D}" dt="2026-01-20T14:57:10.416" v="61" actId="478"/>
          <ac:spMkLst>
            <pc:docMk/>
            <pc:sldMk cId="256577611" sldId="270"/>
            <ac:spMk id="10" creationId="{021DBA5B-5305-F8CE-1A3D-933BA197751A}"/>
          </ac:spMkLst>
        </pc:spChg>
        <pc:spChg chg="add del mod">
          <ac:chgData name="Bart Wolleswinkel" userId="b168cadc-1825-41ce-b9cc-7c7f06f6f31d" providerId="ADAL" clId="{22248CC1-9068-5BCB-B15B-4353FE48F57D}" dt="2026-01-20T14:57:10.416" v="61" actId="478"/>
          <ac:spMkLst>
            <pc:docMk/>
            <pc:sldMk cId="256577611" sldId="270"/>
            <ac:spMk id="11" creationId="{1AF747A6-08DB-7564-C36F-31BFCBEA4CFD}"/>
          </ac:spMkLst>
        </pc:spChg>
        <pc:spChg chg="add mod">
          <ac:chgData name="Bart Wolleswinkel" userId="b168cadc-1825-41ce-b9cc-7c7f06f6f31d" providerId="ADAL" clId="{22248CC1-9068-5BCB-B15B-4353FE48F57D}" dt="2026-01-20T15:00:02.781" v="185" actId="20577"/>
          <ac:spMkLst>
            <pc:docMk/>
            <pc:sldMk cId="256577611" sldId="270"/>
            <ac:spMk id="12" creationId="{DB83ABB8-1385-0DAA-1310-37D5FCC7751C}"/>
          </ac:spMkLst>
        </pc:spChg>
        <pc:spChg chg="add mod">
          <ac:chgData name="Bart Wolleswinkel" userId="b168cadc-1825-41ce-b9cc-7c7f06f6f31d" providerId="ADAL" clId="{22248CC1-9068-5BCB-B15B-4353FE48F57D}" dt="2026-01-20T14:57:30.301" v="83" actId="20577"/>
          <ac:spMkLst>
            <pc:docMk/>
            <pc:sldMk cId="256577611" sldId="270"/>
            <ac:spMk id="13" creationId="{6363C693-8023-7768-E070-3185FE10916E}"/>
          </ac:spMkLst>
        </pc:spChg>
        <pc:spChg chg="add mod">
          <ac:chgData name="Bart Wolleswinkel" userId="b168cadc-1825-41ce-b9cc-7c7f06f6f31d" providerId="ADAL" clId="{22248CC1-9068-5BCB-B15B-4353FE48F57D}" dt="2026-01-20T14:57:54.187" v="97" actId="14100"/>
          <ac:spMkLst>
            <pc:docMk/>
            <pc:sldMk cId="256577611" sldId="270"/>
            <ac:spMk id="14" creationId="{FE4B07B8-9A93-F7C9-6355-B93263C3B712}"/>
          </ac:spMkLst>
        </pc:spChg>
        <pc:spChg chg="add mod">
          <ac:chgData name="Bart Wolleswinkel" userId="b168cadc-1825-41ce-b9cc-7c7f06f6f31d" providerId="ADAL" clId="{22248CC1-9068-5BCB-B15B-4353FE48F57D}" dt="2026-01-20T14:58:03.362" v="109" actId="20577"/>
          <ac:spMkLst>
            <pc:docMk/>
            <pc:sldMk cId="256577611" sldId="270"/>
            <ac:spMk id="15" creationId="{F1E8F04F-A53F-1A39-7DBC-F3B1B11DAAC6}"/>
          </ac:spMkLst>
        </pc:spChg>
        <pc:spChg chg="add mod">
          <ac:chgData name="Bart Wolleswinkel" userId="b168cadc-1825-41ce-b9cc-7c7f06f6f31d" providerId="ADAL" clId="{22248CC1-9068-5BCB-B15B-4353FE48F57D}" dt="2026-01-20T14:59:33.194" v="158" actId="14100"/>
          <ac:spMkLst>
            <pc:docMk/>
            <pc:sldMk cId="256577611" sldId="270"/>
            <ac:spMk id="16" creationId="{B0AE31C4-FF9E-B043-5D9F-DEEBE2EF5BBB}"/>
          </ac:spMkLst>
        </pc:spChg>
        <pc:spChg chg="add mod">
          <ac:chgData name="Bart Wolleswinkel" userId="b168cadc-1825-41ce-b9cc-7c7f06f6f31d" providerId="ADAL" clId="{22248CC1-9068-5BCB-B15B-4353FE48F57D}" dt="2026-01-20T14:59:31.233" v="157" actId="14100"/>
          <ac:spMkLst>
            <pc:docMk/>
            <pc:sldMk cId="256577611" sldId="270"/>
            <ac:spMk id="17" creationId="{2396B369-61AE-2B9B-4AEE-595ADDD9EE00}"/>
          </ac:spMkLst>
        </pc:spChg>
        <pc:spChg chg="add del mod">
          <ac:chgData name="Bart Wolleswinkel" userId="b168cadc-1825-41ce-b9cc-7c7f06f6f31d" providerId="ADAL" clId="{22248CC1-9068-5BCB-B15B-4353FE48F57D}" dt="2026-01-20T14:59:17.049" v="142" actId="478"/>
          <ac:spMkLst>
            <pc:docMk/>
            <pc:sldMk cId="256577611" sldId="270"/>
            <ac:spMk id="18" creationId="{687E1A7D-D4F7-9FFD-2BF3-C9CF626286C2}"/>
          </ac:spMkLst>
        </pc:spChg>
        <pc:spChg chg="add del mod">
          <ac:chgData name="Bart Wolleswinkel" userId="b168cadc-1825-41ce-b9cc-7c7f06f6f31d" providerId="ADAL" clId="{22248CC1-9068-5BCB-B15B-4353FE48F57D}" dt="2026-01-20T15:00:12.021" v="191" actId="478"/>
          <ac:spMkLst>
            <pc:docMk/>
            <pc:sldMk cId="256577611" sldId="270"/>
            <ac:spMk id="19" creationId="{AD0D2F7C-5F75-D862-66E0-4527A320ABB4}"/>
          </ac:spMkLst>
        </pc:spChg>
        <pc:spChg chg="add mod">
          <ac:chgData name="Bart Wolleswinkel" userId="b168cadc-1825-41ce-b9cc-7c7f06f6f31d" providerId="ADAL" clId="{22248CC1-9068-5BCB-B15B-4353FE48F57D}" dt="2026-01-20T14:59:51.801" v="182" actId="20577"/>
          <ac:spMkLst>
            <pc:docMk/>
            <pc:sldMk cId="256577611" sldId="270"/>
            <ac:spMk id="20" creationId="{9C50A6D5-D08A-0CA2-4FF2-55A38401369A}"/>
          </ac:spMkLst>
        </pc:spChg>
        <pc:spChg chg="add del mod">
          <ac:chgData name="Bart Wolleswinkel" userId="b168cadc-1825-41ce-b9cc-7c7f06f6f31d" providerId="ADAL" clId="{22248CC1-9068-5BCB-B15B-4353FE48F57D}" dt="2026-01-20T15:00:05.448" v="186" actId="478"/>
          <ac:spMkLst>
            <pc:docMk/>
            <pc:sldMk cId="256577611" sldId="270"/>
            <ac:spMk id="21" creationId="{09A1D75A-D481-2C49-6C9F-60CA9B03EF27}"/>
          </ac:spMkLst>
        </pc:spChg>
        <pc:spChg chg="add mod">
          <ac:chgData name="Bart Wolleswinkel" userId="b168cadc-1825-41ce-b9cc-7c7f06f6f31d" providerId="ADAL" clId="{22248CC1-9068-5BCB-B15B-4353FE48F57D}" dt="2026-01-20T15:00:24.752" v="211" actId="20577"/>
          <ac:spMkLst>
            <pc:docMk/>
            <pc:sldMk cId="256577611" sldId="270"/>
            <ac:spMk id="22" creationId="{838E808A-387B-0DCB-ED63-3C5644865623}"/>
          </ac:spMkLst>
        </pc:spChg>
        <pc:spChg chg="add mod">
          <ac:chgData name="Bart Wolleswinkel" userId="b168cadc-1825-41ce-b9cc-7c7f06f6f31d" providerId="ADAL" clId="{22248CC1-9068-5BCB-B15B-4353FE48F57D}" dt="2026-01-20T15:12:40.518" v="490" actId="1036"/>
          <ac:spMkLst>
            <pc:docMk/>
            <pc:sldMk cId="256577611" sldId="270"/>
            <ac:spMk id="23" creationId="{85F70CB0-92B9-9A17-A77D-C0CCAECAF960}"/>
          </ac:spMkLst>
        </pc:spChg>
        <pc:spChg chg="add del mod">
          <ac:chgData name="Bart Wolleswinkel" userId="b168cadc-1825-41ce-b9cc-7c7f06f6f31d" providerId="ADAL" clId="{22248CC1-9068-5BCB-B15B-4353FE48F57D}" dt="2026-01-20T15:01:19.751" v="227" actId="478"/>
          <ac:spMkLst>
            <pc:docMk/>
            <pc:sldMk cId="256577611" sldId="270"/>
            <ac:spMk id="24" creationId="{2817BA75-DE74-5DB9-DF3B-9D97ED4E2509}"/>
          </ac:spMkLst>
        </pc:spChg>
        <pc:spChg chg="add del mod">
          <ac:chgData name="Bart Wolleswinkel" userId="b168cadc-1825-41ce-b9cc-7c7f06f6f31d" providerId="ADAL" clId="{22248CC1-9068-5BCB-B15B-4353FE48F57D}" dt="2026-01-20T15:01:19.751" v="227" actId="478"/>
          <ac:spMkLst>
            <pc:docMk/>
            <pc:sldMk cId="256577611" sldId="270"/>
            <ac:spMk id="25" creationId="{D648A48A-D70D-9EC3-60BA-874B51056275}"/>
          </ac:spMkLst>
        </pc:spChg>
        <pc:spChg chg="add mod">
          <ac:chgData name="Bart Wolleswinkel" userId="b168cadc-1825-41ce-b9cc-7c7f06f6f31d" providerId="ADAL" clId="{22248CC1-9068-5BCB-B15B-4353FE48F57D}" dt="2026-01-20T15:12:40.518" v="490" actId="1036"/>
          <ac:spMkLst>
            <pc:docMk/>
            <pc:sldMk cId="256577611" sldId="270"/>
            <ac:spMk id="26" creationId="{3CE072B6-8D9D-6B93-A397-15A8EA376CC8}"/>
          </ac:spMkLst>
        </pc:spChg>
        <pc:spChg chg="add mod">
          <ac:chgData name="Bart Wolleswinkel" userId="b168cadc-1825-41ce-b9cc-7c7f06f6f31d" providerId="ADAL" clId="{22248CC1-9068-5BCB-B15B-4353FE48F57D}" dt="2026-01-20T15:12:40.518" v="490" actId="1036"/>
          <ac:spMkLst>
            <pc:docMk/>
            <pc:sldMk cId="256577611" sldId="270"/>
            <ac:spMk id="27" creationId="{4325BFC3-4F19-DA11-1782-E83C3B951E2F}"/>
          </ac:spMkLst>
        </pc:spChg>
        <pc:spChg chg="add mod">
          <ac:chgData name="Bart Wolleswinkel" userId="b168cadc-1825-41ce-b9cc-7c7f06f6f31d" providerId="ADAL" clId="{22248CC1-9068-5BCB-B15B-4353FE48F57D}" dt="2026-01-20T15:12:40.518" v="490" actId="1036"/>
          <ac:spMkLst>
            <pc:docMk/>
            <pc:sldMk cId="256577611" sldId="270"/>
            <ac:spMk id="28" creationId="{B8D2DD00-F8D2-3DF5-49A4-953293535E7F}"/>
          </ac:spMkLst>
        </pc:spChg>
        <pc:spChg chg="add mod">
          <ac:chgData name="Bart Wolleswinkel" userId="b168cadc-1825-41ce-b9cc-7c7f06f6f31d" providerId="ADAL" clId="{22248CC1-9068-5BCB-B15B-4353FE48F57D}" dt="2026-01-20T15:06:41.102" v="273" actId="20577"/>
          <ac:spMkLst>
            <pc:docMk/>
            <pc:sldMk cId="256577611" sldId="270"/>
            <ac:spMk id="29" creationId="{5A1C49CA-87E6-5F5B-47A9-AB5D13E3DB04}"/>
          </ac:spMkLst>
        </pc:spChg>
        <pc:spChg chg="add mod">
          <ac:chgData name="Bart Wolleswinkel" userId="b168cadc-1825-41ce-b9cc-7c7f06f6f31d" providerId="ADAL" clId="{22248CC1-9068-5BCB-B15B-4353FE48F57D}" dt="2026-01-20T15:12:40.518" v="490" actId="1036"/>
          <ac:spMkLst>
            <pc:docMk/>
            <pc:sldMk cId="256577611" sldId="270"/>
            <ac:spMk id="30" creationId="{B3468045-8EDB-56D6-845B-9C0F206A8495}"/>
          </ac:spMkLst>
        </pc:spChg>
        <pc:spChg chg="add mod">
          <ac:chgData name="Bart Wolleswinkel" userId="b168cadc-1825-41ce-b9cc-7c7f06f6f31d" providerId="ADAL" clId="{22248CC1-9068-5BCB-B15B-4353FE48F57D}" dt="2026-01-20T15:07:13.821" v="309" actId="20577"/>
          <ac:spMkLst>
            <pc:docMk/>
            <pc:sldMk cId="256577611" sldId="270"/>
            <ac:spMk id="31" creationId="{0EF05441-0683-728E-4A34-EF5A24137268}"/>
          </ac:spMkLst>
        </pc:spChg>
        <pc:spChg chg="add del mod">
          <ac:chgData name="Bart Wolleswinkel" userId="b168cadc-1825-41ce-b9cc-7c7f06f6f31d" providerId="ADAL" clId="{22248CC1-9068-5BCB-B15B-4353FE48F57D}" dt="2026-01-20T15:07:49.412" v="330" actId="478"/>
          <ac:spMkLst>
            <pc:docMk/>
            <pc:sldMk cId="256577611" sldId="270"/>
            <ac:spMk id="32" creationId="{FAEA34A4-B51B-B671-B2B0-BFB3E0E43680}"/>
          </ac:spMkLst>
        </pc:spChg>
        <pc:spChg chg="add del mod">
          <ac:chgData name="Bart Wolleswinkel" userId="b168cadc-1825-41ce-b9cc-7c7f06f6f31d" providerId="ADAL" clId="{22248CC1-9068-5BCB-B15B-4353FE48F57D}" dt="2026-01-20T15:07:49.412" v="330" actId="478"/>
          <ac:spMkLst>
            <pc:docMk/>
            <pc:sldMk cId="256577611" sldId="270"/>
            <ac:spMk id="33" creationId="{89388601-4361-F62E-8E4D-BF3314E48798}"/>
          </ac:spMkLst>
        </pc:spChg>
        <pc:spChg chg="add mod">
          <ac:chgData name="Bart Wolleswinkel" userId="b168cadc-1825-41ce-b9cc-7c7f06f6f31d" providerId="ADAL" clId="{22248CC1-9068-5BCB-B15B-4353FE48F57D}" dt="2026-01-20T15:07:46.198" v="329"/>
          <ac:spMkLst>
            <pc:docMk/>
            <pc:sldMk cId="256577611" sldId="270"/>
            <ac:spMk id="34" creationId="{3137E343-9A00-068D-D906-B5FFA93FCB9A}"/>
          </ac:spMkLst>
        </pc:spChg>
        <pc:spChg chg="add mod">
          <ac:chgData name="Bart Wolleswinkel" userId="b168cadc-1825-41ce-b9cc-7c7f06f6f31d" providerId="ADAL" clId="{22248CC1-9068-5BCB-B15B-4353FE48F57D}" dt="2026-01-20T15:08:09.192" v="348" actId="20577"/>
          <ac:spMkLst>
            <pc:docMk/>
            <pc:sldMk cId="256577611" sldId="270"/>
            <ac:spMk id="35" creationId="{C7F5BFFE-BCB1-3828-56C9-8B92D2E6618E}"/>
          </ac:spMkLst>
        </pc:spChg>
        <pc:spChg chg="add mod">
          <ac:chgData name="Bart Wolleswinkel" userId="b168cadc-1825-41ce-b9cc-7c7f06f6f31d" providerId="ADAL" clId="{22248CC1-9068-5BCB-B15B-4353FE48F57D}" dt="2026-01-20T15:12:40.518" v="490" actId="1036"/>
          <ac:spMkLst>
            <pc:docMk/>
            <pc:sldMk cId="256577611" sldId="270"/>
            <ac:spMk id="36" creationId="{46024753-7B1C-9892-881D-6D08FB44A10F}"/>
          </ac:spMkLst>
        </pc:spChg>
        <pc:spChg chg="add del mod">
          <ac:chgData name="Bart Wolleswinkel" userId="b168cadc-1825-41ce-b9cc-7c7f06f6f31d" providerId="ADAL" clId="{22248CC1-9068-5BCB-B15B-4353FE48F57D}" dt="2026-01-20T15:08:46.981" v="378" actId="478"/>
          <ac:spMkLst>
            <pc:docMk/>
            <pc:sldMk cId="256577611" sldId="270"/>
            <ac:spMk id="37" creationId="{7D752475-78A5-A367-50D0-7E44DCCC4F1A}"/>
          </ac:spMkLst>
        </pc:spChg>
        <pc:spChg chg="add del mod">
          <ac:chgData name="Bart Wolleswinkel" userId="b168cadc-1825-41ce-b9cc-7c7f06f6f31d" providerId="ADAL" clId="{22248CC1-9068-5BCB-B15B-4353FE48F57D}" dt="2026-01-20T15:08:49.972" v="379" actId="478"/>
          <ac:spMkLst>
            <pc:docMk/>
            <pc:sldMk cId="256577611" sldId="270"/>
            <ac:spMk id="38" creationId="{0EB79B0D-8DF9-72D6-4F56-00B50E4E6268}"/>
          </ac:spMkLst>
        </pc:spChg>
        <pc:spChg chg="add mod">
          <ac:chgData name="Bart Wolleswinkel" userId="b168cadc-1825-41ce-b9cc-7c7f06f6f31d" providerId="ADAL" clId="{22248CC1-9068-5BCB-B15B-4353FE48F57D}" dt="2026-01-20T15:12:40.518" v="490" actId="1036"/>
          <ac:spMkLst>
            <pc:docMk/>
            <pc:sldMk cId="256577611" sldId="270"/>
            <ac:spMk id="39" creationId="{5F2FC91F-0C34-291B-5169-494EE138A4B3}"/>
          </ac:spMkLst>
        </pc:spChg>
        <pc:spChg chg="add mod">
          <ac:chgData name="Bart Wolleswinkel" userId="b168cadc-1825-41ce-b9cc-7c7f06f6f31d" providerId="ADAL" clId="{22248CC1-9068-5BCB-B15B-4353FE48F57D}" dt="2026-01-20T15:09:06.968" v="400" actId="20577"/>
          <ac:spMkLst>
            <pc:docMk/>
            <pc:sldMk cId="256577611" sldId="270"/>
            <ac:spMk id="40" creationId="{ECB3A796-49DB-D16F-EBBB-99F407AF1271}"/>
          </ac:spMkLst>
        </pc:spChg>
        <pc:spChg chg="add del mod">
          <ac:chgData name="Bart Wolleswinkel" userId="b168cadc-1825-41ce-b9cc-7c7f06f6f31d" providerId="ADAL" clId="{22248CC1-9068-5BCB-B15B-4353FE48F57D}" dt="2026-01-20T15:10:03.829" v="408" actId="478"/>
          <ac:spMkLst>
            <pc:docMk/>
            <pc:sldMk cId="256577611" sldId="270"/>
            <ac:spMk id="41" creationId="{E0F7A896-0883-EF4B-3673-103760246A48}"/>
          </ac:spMkLst>
        </pc:spChg>
        <pc:spChg chg="add del mod">
          <ac:chgData name="Bart Wolleswinkel" userId="b168cadc-1825-41ce-b9cc-7c7f06f6f31d" providerId="ADAL" clId="{22248CC1-9068-5BCB-B15B-4353FE48F57D}" dt="2026-01-20T15:10:03.829" v="408" actId="478"/>
          <ac:spMkLst>
            <pc:docMk/>
            <pc:sldMk cId="256577611" sldId="270"/>
            <ac:spMk id="42" creationId="{88057461-0F00-3C0E-186F-467C70FA8FFA}"/>
          </ac:spMkLst>
        </pc:spChg>
        <pc:spChg chg="add del mod">
          <ac:chgData name="Bart Wolleswinkel" userId="b168cadc-1825-41ce-b9cc-7c7f06f6f31d" providerId="ADAL" clId="{22248CC1-9068-5BCB-B15B-4353FE48F57D}" dt="2026-01-20T15:10:00.801" v="407" actId="478"/>
          <ac:spMkLst>
            <pc:docMk/>
            <pc:sldMk cId="256577611" sldId="270"/>
            <ac:spMk id="43" creationId="{21696953-16BD-D715-A970-0CC4344DAF32}"/>
          </ac:spMkLst>
        </pc:spChg>
        <pc:spChg chg="add mod">
          <ac:chgData name="Bart Wolleswinkel" userId="b168cadc-1825-41ce-b9cc-7c7f06f6f31d" providerId="ADAL" clId="{22248CC1-9068-5BCB-B15B-4353FE48F57D}" dt="2026-01-20T15:20:18.493" v="546" actId="1036"/>
          <ac:spMkLst>
            <pc:docMk/>
            <pc:sldMk cId="256577611" sldId="270"/>
            <ac:spMk id="44" creationId="{E1ACBDEE-57A2-4BED-61D9-D434C99CB2C2}"/>
          </ac:spMkLst>
        </pc:spChg>
        <pc:spChg chg="add mod">
          <ac:chgData name="Bart Wolleswinkel" userId="b168cadc-1825-41ce-b9cc-7c7f06f6f31d" providerId="ADAL" clId="{22248CC1-9068-5BCB-B15B-4353FE48F57D}" dt="2026-01-20T15:20:18.493" v="546" actId="1036"/>
          <ac:spMkLst>
            <pc:docMk/>
            <pc:sldMk cId="256577611" sldId="270"/>
            <ac:spMk id="45" creationId="{3694A2FE-299B-3F6D-C53F-980E199F0F86}"/>
          </ac:spMkLst>
        </pc:spChg>
        <pc:spChg chg="add del mod">
          <ac:chgData name="Bart Wolleswinkel" userId="b168cadc-1825-41ce-b9cc-7c7f06f6f31d" providerId="ADAL" clId="{22248CC1-9068-5BCB-B15B-4353FE48F57D}" dt="2026-01-20T15:10:25.488" v="413" actId="478"/>
          <ac:spMkLst>
            <pc:docMk/>
            <pc:sldMk cId="256577611" sldId="270"/>
            <ac:spMk id="46" creationId="{41F7EC1D-4748-4DA5-538A-AE41B3E3D5B4}"/>
          </ac:spMkLst>
        </pc:spChg>
        <pc:spChg chg="add del mod">
          <ac:chgData name="Bart Wolleswinkel" userId="b168cadc-1825-41ce-b9cc-7c7f06f6f31d" providerId="ADAL" clId="{22248CC1-9068-5BCB-B15B-4353FE48F57D}" dt="2026-01-20T15:10:25.488" v="413" actId="478"/>
          <ac:spMkLst>
            <pc:docMk/>
            <pc:sldMk cId="256577611" sldId="270"/>
            <ac:spMk id="47" creationId="{EEADC53B-B3E4-2E04-C451-25C75DDC46B0}"/>
          </ac:spMkLst>
        </pc:spChg>
        <pc:spChg chg="add mod">
          <ac:chgData name="Bart Wolleswinkel" userId="b168cadc-1825-41ce-b9cc-7c7f06f6f31d" providerId="ADAL" clId="{22248CC1-9068-5BCB-B15B-4353FE48F57D}" dt="2026-01-20T15:24:16.062" v="624" actId="20577"/>
          <ac:spMkLst>
            <pc:docMk/>
            <pc:sldMk cId="256577611" sldId="270"/>
            <ac:spMk id="48" creationId="{A4516AB3-5FEE-F8FF-E693-9E60B4D026B9}"/>
          </ac:spMkLst>
        </pc:spChg>
        <pc:spChg chg="add mod">
          <ac:chgData name="Bart Wolleswinkel" userId="b168cadc-1825-41ce-b9cc-7c7f06f6f31d" providerId="ADAL" clId="{22248CC1-9068-5BCB-B15B-4353FE48F57D}" dt="2026-01-20T15:20:18.493" v="546" actId="1036"/>
          <ac:spMkLst>
            <pc:docMk/>
            <pc:sldMk cId="256577611" sldId="270"/>
            <ac:spMk id="49" creationId="{3391296E-C1A0-5DB5-DE1B-A222A4FB3645}"/>
          </ac:spMkLst>
        </pc:spChg>
        <pc:spChg chg="add del mod">
          <ac:chgData name="Bart Wolleswinkel" userId="b168cadc-1825-41ce-b9cc-7c7f06f6f31d" providerId="ADAL" clId="{22248CC1-9068-5BCB-B15B-4353FE48F57D}" dt="2026-01-20T15:11:02.062" v="431" actId="478"/>
          <ac:spMkLst>
            <pc:docMk/>
            <pc:sldMk cId="256577611" sldId="270"/>
            <ac:spMk id="50" creationId="{B779F1C6-531E-A7DA-075D-5334DC277C60}"/>
          </ac:spMkLst>
        </pc:spChg>
        <pc:spChg chg="add mod">
          <ac:chgData name="Bart Wolleswinkel" userId="b168cadc-1825-41ce-b9cc-7c7f06f6f31d" providerId="ADAL" clId="{22248CC1-9068-5BCB-B15B-4353FE48F57D}" dt="2026-01-20T15:11:19.940" v="435" actId="1076"/>
          <ac:spMkLst>
            <pc:docMk/>
            <pc:sldMk cId="256577611" sldId="270"/>
            <ac:spMk id="51" creationId="{0BBD33D1-B913-2320-31B9-B257A4722736}"/>
          </ac:spMkLst>
        </pc:spChg>
        <pc:spChg chg="add mod">
          <ac:chgData name="Bart Wolleswinkel" userId="b168cadc-1825-41ce-b9cc-7c7f06f6f31d" providerId="ADAL" clId="{22248CC1-9068-5BCB-B15B-4353FE48F57D}" dt="2026-01-20T15:16:51.366" v="492" actId="1076"/>
          <ac:spMkLst>
            <pc:docMk/>
            <pc:sldMk cId="256577611" sldId="270"/>
            <ac:spMk id="52" creationId="{0F9A0B0C-2C01-8E54-06D9-6390DC06D869}"/>
          </ac:spMkLst>
        </pc:spChg>
        <pc:spChg chg="add mod">
          <ac:chgData name="Bart Wolleswinkel" userId="b168cadc-1825-41ce-b9cc-7c7f06f6f31d" providerId="ADAL" clId="{22248CC1-9068-5BCB-B15B-4353FE48F57D}" dt="2026-01-20T15:16:51.366" v="492" actId="1076"/>
          <ac:spMkLst>
            <pc:docMk/>
            <pc:sldMk cId="256577611" sldId="270"/>
            <ac:spMk id="53" creationId="{33EEAA37-C2D5-E25D-4BF2-EECAB9E308BE}"/>
          </ac:spMkLst>
        </pc:spChg>
        <pc:spChg chg="add mod">
          <ac:chgData name="Bart Wolleswinkel" userId="b168cadc-1825-41ce-b9cc-7c7f06f6f31d" providerId="ADAL" clId="{22248CC1-9068-5BCB-B15B-4353FE48F57D}" dt="2026-01-20T15:24:20.557" v="631" actId="20577"/>
          <ac:spMkLst>
            <pc:docMk/>
            <pc:sldMk cId="256577611" sldId="270"/>
            <ac:spMk id="54" creationId="{E9659A6A-4D07-CA6F-2418-90995BD3741F}"/>
          </ac:spMkLst>
        </pc:spChg>
        <pc:spChg chg="add mod">
          <ac:chgData name="Bart Wolleswinkel" userId="b168cadc-1825-41ce-b9cc-7c7f06f6f31d" providerId="ADAL" clId="{22248CC1-9068-5BCB-B15B-4353FE48F57D}" dt="2026-01-20T15:16:51.366" v="492" actId="1076"/>
          <ac:spMkLst>
            <pc:docMk/>
            <pc:sldMk cId="256577611" sldId="270"/>
            <ac:spMk id="55" creationId="{E9F6A74B-AE29-9968-0D2D-26BC509AAFE5}"/>
          </ac:spMkLst>
        </pc:spChg>
        <pc:spChg chg="add mod">
          <ac:chgData name="Bart Wolleswinkel" userId="b168cadc-1825-41ce-b9cc-7c7f06f6f31d" providerId="ADAL" clId="{22248CC1-9068-5BCB-B15B-4353FE48F57D}" dt="2026-01-20T15:23:51.680" v="605" actId="207"/>
          <ac:spMkLst>
            <pc:docMk/>
            <pc:sldMk cId="256577611" sldId="270"/>
            <ac:spMk id="56" creationId="{384FB3F3-D105-27DE-B6DF-76E302A90BAB}"/>
          </ac:spMkLst>
        </pc:spChg>
        <pc:spChg chg="add mod">
          <ac:chgData name="Bart Wolleswinkel" userId="b168cadc-1825-41ce-b9cc-7c7f06f6f31d" providerId="ADAL" clId="{22248CC1-9068-5BCB-B15B-4353FE48F57D}" dt="2026-01-20T15:19:22.903" v="524" actId="1076"/>
          <ac:spMkLst>
            <pc:docMk/>
            <pc:sldMk cId="256577611" sldId="270"/>
            <ac:spMk id="60" creationId="{0F8E9D19-E8C5-99C9-064F-A92D7783459D}"/>
          </ac:spMkLst>
        </pc:spChg>
        <pc:spChg chg="add mod">
          <ac:chgData name="Bart Wolleswinkel" userId="b168cadc-1825-41ce-b9cc-7c7f06f6f31d" providerId="ADAL" clId="{22248CC1-9068-5BCB-B15B-4353FE48F57D}" dt="2026-01-20T15:20:18.493" v="546" actId="1036"/>
          <ac:spMkLst>
            <pc:docMk/>
            <pc:sldMk cId="256577611" sldId="270"/>
            <ac:spMk id="65" creationId="{735B66C2-1214-40ED-D40C-6FFF46C6C788}"/>
          </ac:spMkLst>
        </pc:spChg>
        <pc:spChg chg="add mod">
          <ac:chgData name="Bart Wolleswinkel" userId="b168cadc-1825-41ce-b9cc-7c7f06f6f31d" providerId="ADAL" clId="{22248CC1-9068-5BCB-B15B-4353FE48F57D}" dt="2026-01-20T15:22:35.629" v="587" actId="1076"/>
          <ac:spMkLst>
            <pc:docMk/>
            <pc:sldMk cId="256577611" sldId="270"/>
            <ac:spMk id="98" creationId="{0F9B3F62-D90F-03BB-3091-4FEC24DD5285}"/>
          </ac:spMkLst>
        </pc:spChg>
        <pc:spChg chg="add mod">
          <ac:chgData name="Bart Wolleswinkel" userId="b168cadc-1825-41ce-b9cc-7c7f06f6f31d" providerId="ADAL" clId="{22248CC1-9068-5BCB-B15B-4353FE48F57D}" dt="2026-01-20T15:22:55.376" v="599" actId="1076"/>
          <ac:spMkLst>
            <pc:docMk/>
            <pc:sldMk cId="256577611" sldId="270"/>
            <ac:spMk id="99" creationId="{0C72E31E-455A-FBD2-4BBA-4CF107DEF489}"/>
          </ac:spMkLst>
        </pc:spChg>
        <pc:cxnChg chg="add mod">
          <ac:chgData name="Bart Wolleswinkel" userId="b168cadc-1825-41ce-b9cc-7c7f06f6f31d" providerId="ADAL" clId="{22248CC1-9068-5BCB-B15B-4353FE48F57D}" dt="2026-01-20T15:23:41.855" v="602" actId="208"/>
          <ac:cxnSpMkLst>
            <pc:docMk/>
            <pc:sldMk cId="256577611" sldId="270"/>
            <ac:cxnSpMk id="58" creationId="{CB160640-7D55-E889-FF2C-9E947D055F58}"/>
          </ac:cxnSpMkLst>
        </pc:cxnChg>
        <pc:cxnChg chg="add mod">
          <ac:chgData name="Bart Wolleswinkel" userId="b168cadc-1825-41ce-b9cc-7c7f06f6f31d" providerId="ADAL" clId="{22248CC1-9068-5BCB-B15B-4353FE48F57D}" dt="2026-01-20T15:23:41.855" v="602" actId="208"/>
          <ac:cxnSpMkLst>
            <pc:docMk/>
            <pc:sldMk cId="256577611" sldId="270"/>
            <ac:cxnSpMk id="62" creationId="{326EE48B-8553-34D7-207C-24D1CD275171}"/>
          </ac:cxnSpMkLst>
        </pc:cxnChg>
        <pc:cxnChg chg="add mod">
          <ac:chgData name="Bart Wolleswinkel" userId="b168cadc-1825-41ce-b9cc-7c7f06f6f31d" providerId="ADAL" clId="{22248CC1-9068-5BCB-B15B-4353FE48F57D}" dt="2026-01-20T15:20:53.378" v="550" actId="693"/>
          <ac:cxnSpMkLst>
            <pc:docMk/>
            <pc:sldMk cId="256577611" sldId="270"/>
            <ac:cxnSpMk id="68" creationId="{A06285C3-E2DD-78A2-324A-36B23C3923D1}"/>
          </ac:cxnSpMkLst>
        </pc:cxnChg>
        <pc:cxnChg chg="add mod">
          <ac:chgData name="Bart Wolleswinkel" userId="b168cadc-1825-41ce-b9cc-7c7f06f6f31d" providerId="ADAL" clId="{22248CC1-9068-5BCB-B15B-4353FE48F57D}" dt="2026-01-20T15:21:11.853" v="552" actId="208"/>
          <ac:cxnSpMkLst>
            <pc:docMk/>
            <pc:sldMk cId="256577611" sldId="270"/>
            <ac:cxnSpMk id="70" creationId="{4892971B-8575-8709-D637-9D7F8DC59ACE}"/>
          </ac:cxnSpMkLst>
        </pc:cxnChg>
        <pc:cxnChg chg="add mod">
          <ac:chgData name="Bart Wolleswinkel" userId="b168cadc-1825-41ce-b9cc-7c7f06f6f31d" providerId="ADAL" clId="{22248CC1-9068-5BCB-B15B-4353FE48F57D}" dt="2026-01-20T15:21:19.820" v="556" actId="14100"/>
          <ac:cxnSpMkLst>
            <pc:docMk/>
            <pc:sldMk cId="256577611" sldId="270"/>
            <ac:cxnSpMk id="71" creationId="{1E5CE429-681C-5DAF-8D0B-65C0F4417D49}"/>
          </ac:cxnSpMkLst>
        </pc:cxnChg>
        <pc:cxnChg chg="add mod">
          <ac:chgData name="Bart Wolleswinkel" userId="b168cadc-1825-41ce-b9cc-7c7f06f6f31d" providerId="ADAL" clId="{22248CC1-9068-5BCB-B15B-4353FE48F57D}" dt="2026-01-20T15:21:26.193" v="559" actId="14100"/>
          <ac:cxnSpMkLst>
            <pc:docMk/>
            <pc:sldMk cId="256577611" sldId="270"/>
            <ac:cxnSpMk id="74" creationId="{81A6DDD5-A169-0B9B-6346-2A49968A14B0}"/>
          </ac:cxnSpMkLst>
        </pc:cxnChg>
        <pc:cxnChg chg="add mod">
          <ac:chgData name="Bart Wolleswinkel" userId="b168cadc-1825-41ce-b9cc-7c7f06f6f31d" providerId="ADAL" clId="{22248CC1-9068-5BCB-B15B-4353FE48F57D}" dt="2026-01-20T15:21:31.277" v="562" actId="14100"/>
          <ac:cxnSpMkLst>
            <pc:docMk/>
            <pc:sldMk cId="256577611" sldId="270"/>
            <ac:cxnSpMk id="77" creationId="{D4CDD7AC-D61F-D8DC-2421-10C60C045D22}"/>
          </ac:cxnSpMkLst>
        </pc:cxnChg>
        <pc:cxnChg chg="add mod">
          <ac:chgData name="Bart Wolleswinkel" userId="b168cadc-1825-41ce-b9cc-7c7f06f6f31d" providerId="ADAL" clId="{22248CC1-9068-5BCB-B15B-4353FE48F57D}" dt="2026-01-20T15:21:36.623" v="565" actId="14100"/>
          <ac:cxnSpMkLst>
            <pc:docMk/>
            <pc:sldMk cId="256577611" sldId="270"/>
            <ac:cxnSpMk id="80" creationId="{03F03A83-73D1-E740-D3CF-AA7DD0BB29DD}"/>
          </ac:cxnSpMkLst>
        </pc:cxnChg>
        <pc:cxnChg chg="add mod">
          <ac:chgData name="Bart Wolleswinkel" userId="b168cadc-1825-41ce-b9cc-7c7f06f6f31d" providerId="ADAL" clId="{22248CC1-9068-5BCB-B15B-4353FE48F57D}" dt="2026-01-20T15:21:41.955" v="568" actId="14100"/>
          <ac:cxnSpMkLst>
            <pc:docMk/>
            <pc:sldMk cId="256577611" sldId="270"/>
            <ac:cxnSpMk id="83" creationId="{9AA9BD13-A229-C27F-1A07-2C1E88FE0314}"/>
          </ac:cxnSpMkLst>
        </pc:cxnChg>
        <pc:cxnChg chg="add mod">
          <ac:chgData name="Bart Wolleswinkel" userId="b168cadc-1825-41ce-b9cc-7c7f06f6f31d" providerId="ADAL" clId="{22248CC1-9068-5BCB-B15B-4353FE48F57D}" dt="2026-01-20T15:21:48.015" v="571" actId="14100"/>
          <ac:cxnSpMkLst>
            <pc:docMk/>
            <pc:sldMk cId="256577611" sldId="270"/>
            <ac:cxnSpMk id="86" creationId="{8C50D640-4CCD-044B-77C9-FB954D198064}"/>
          </ac:cxnSpMkLst>
        </pc:cxnChg>
        <pc:cxnChg chg="add mod">
          <ac:chgData name="Bart Wolleswinkel" userId="b168cadc-1825-41ce-b9cc-7c7f06f6f31d" providerId="ADAL" clId="{22248CC1-9068-5BCB-B15B-4353FE48F57D}" dt="2026-01-20T15:21:54.538" v="574" actId="14100"/>
          <ac:cxnSpMkLst>
            <pc:docMk/>
            <pc:sldMk cId="256577611" sldId="270"/>
            <ac:cxnSpMk id="89" creationId="{193FDCDF-0D29-D243-5523-E239FB9A90FB}"/>
          </ac:cxnSpMkLst>
        </pc:cxnChg>
        <pc:cxnChg chg="add mod">
          <ac:chgData name="Bart Wolleswinkel" userId="b168cadc-1825-41ce-b9cc-7c7f06f6f31d" providerId="ADAL" clId="{22248CC1-9068-5BCB-B15B-4353FE48F57D}" dt="2026-01-20T15:22:00.243" v="577" actId="14100"/>
          <ac:cxnSpMkLst>
            <pc:docMk/>
            <pc:sldMk cId="256577611" sldId="270"/>
            <ac:cxnSpMk id="92" creationId="{AC906DF5-25D2-4741-1F9E-1C7210074890}"/>
          </ac:cxnSpMkLst>
        </pc:cxnChg>
        <pc:cxnChg chg="add mod">
          <ac:chgData name="Bart Wolleswinkel" userId="b168cadc-1825-41ce-b9cc-7c7f06f6f31d" providerId="ADAL" clId="{22248CC1-9068-5BCB-B15B-4353FE48F57D}" dt="2026-01-20T15:22:06.949" v="580" actId="14100"/>
          <ac:cxnSpMkLst>
            <pc:docMk/>
            <pc:sldMk cId="256577611" sldId="270"/>
            <ac:cxnSpMk id="95" creationId="{53A879BC-5171-3628-05E5-155C343318D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66C6-DF1F-216D-341F-2411E17DA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72B93-08DC-26BF-D14B-1C3A518D3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FAF1C-4437-09F0-D87F-0B1B878E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467C6-CD35-4C94-F06E-55299117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9D6DE-8481-DE95-3524-8314E91D9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3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DFA0-91D8-AA55-11E2-CFF0631CF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EA3F8-B5B0-CB49-C40F-351D7E66D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328C5-AF80-78AE-7032-5F39FA84B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E8398-9AB0-D487-7A36-FF9F166B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A1A38-9E3C-EB91-4C55-9EEE64C6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32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C851-38A2-964E-6EF0-DCEAB549C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28670-5CCA-827B-E668-0571EBF42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51A8D-727C-CBB7-7FD0-D20154837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645E1-53F6-F659-02CF-D182077B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010C4-63E6-892A-8091-9001B0D23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6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64DE-14DC-105C-17F8-57F2CCE0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1DDF3-4C46-1380-4E8B-5D7F7269D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C25F9-B01A-1FF1-2867-C6D728CF3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9CAD7-715A-C255-092B-984674F87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B7EC5-AB7D-9413-FC4C-EAF79EF2A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9D496-C7C1-970F-D725-6A50D625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54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6A6BA-5D39-31CB-D46B-B7EB05783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3B8AC-96EE-0E07-44E0-B3A99B326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6915B-0208-9E3E-82BD-F22272CF8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FA486-DF7A-BC23-B726-CA20A958E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BAC07-D651-068D-330A-67152BC94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7148E4-DEE9-5940-7B7B-E5C59B77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B6EF22-4BD1-BB6F-F8DD-895BBDB7E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79C62-0E11-3915-C048-33D4CC3D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18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F1FC-89C8-B745-F181-4EC2CA862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7506F3-763F-AE9E-1516-C57F832B1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29D14-FC67-2B22-EFA5-C139B792C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4BEB1-4CE0-45EB-47C8-B991F2D5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54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6476EF-61A1-3BD0-0F76-941A00564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D8582-512A-3A25-B6E9-A681C29FE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A2B84-2606-DDF4-AB75-60B5C14B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0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E3897-3148-148D-D79B-9DBEE233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74C7B-5CF9-8490-439A-3F5E93E70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0D746-884F-81CA-3181-102D37204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71C4A-A5C7-C34E-0FB3-A3722085E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87CCA-72DC-749A-21F0-3A15A067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2A0DD-65FB-0D6F-73F0-B7897EE0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71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26FB-4C4B-F598-BF8E-8B60C6426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DCE053-CA85-8E71-A404-785F7B0590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F2738-3D96-1D9B-8225-9DDEA557D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A287B-79D3-4627-6026-592FE4A7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0BBDA-3CB9-FD8F-3D72-9F75BDD3B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EAFEF-B963-6B2E-1E0C-0AA14099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3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AC2E8-2615-6D69-1FB4-C71C6E9D5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5976D-2367-EC61-87D0-AEAF0C8E3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5B3B7-EF43-4B84-E7C8-0F16CD3A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B1169-E005-E32D-6C3C-60CC0ED7F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59F8F-2FDF-8BE9-1197-E75A29E6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00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AFFFD0-C819-AF80-D8E1-60FA1F7681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9A07B-DD6F-17CB-737D-D18E0F478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AC1CA-707F-6A18-CEFE-D1EE34FD5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7669C-B4C1-391F-E522-464B8724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9F461-29ED-A9DD-0E25-0095834F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08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87B60F-64C4-2891-D1F4-7291C32ED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51CC7-6D44-FFAD-3183-6EF3B802E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0F536-029E-0F55-0D7F-08C6198F5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718F5-1E4A-7D42-8173-5979EE6FBC1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27D0B-029B-AC43-8DD3-10D86CB77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9CF72-3DE5-ED3E-0860-C1133DE61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3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92D63-90DE-8FC5-4122-5EC6AA7A9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477E22-FC94-A274-DB4C-78FF84838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A control-oriented Python package emulation numeric </a:t>
            </a:r>
            <a:r>
              <a:rPr lang="en-US" noProof="0"/>
              <a:t>types for </a:t>
            </a:r>
            <a:r>
              <a:rPr lang="en-US" noProof="0" dirty="0"/>
              <a:t>polytopes, ellipsoids, and subspaces.</a:t>
            </a:r>
          </a:p>
        </p:txBody>
      </p:sp>
    </p:spTree>
    <p:extLst>
      <p:ext uri="{BB962C8B-B14F-4D97-AF65-F5344CB8AC3E}">
        <p14:creationId xmlns:p14="http://schemas.microsoft.com/office/powerpoint/2010/main" val="2563034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322A1-3F24-5966-98FF-CCC04F2C0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6C9C2-D843-DBB7-0F72-B9A8EAC84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Numeric Type Emulation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Visualization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H-representation and V-representation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Degeneracy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Inter-object integration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Third-party integration (matplotlib/</a:t>
            </a:r>
            <a:r>
              <a:rPr lang="en-US" noProof="0" dirty="0" err="1"/>
              <a:t>cvxpy</a:t>
            </a:r>
            <a:r>
              <a:rPr lang="en-US" noProof="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Lazy evaluation/loading</a:t>
            </a:r>
          </a:p>
          <a:p>
            <a:pPr marL="514350" indent="-514350">
              <a:buFont typeface="+mj-lt"/>
              <a:buAutoNum type="arabicPeriod"/>
            </a:pPr>
            <a:endParaRPr lang="en-US" noProof="0" dirty="0"/>
          </a:p>
          <a:p>
            <a:pPr marL="514350" indent="-514350">
              <a:buFont typeface="+mj-lt"/>
              <a:buAutoNum type="arabicPeriod"/>
            </a:pPr>
            <a:endParaRPr lang="en-US" noProof="0" dirty="0"/>
          </a:p>
          <a:p>
            <a:pPr marL="514350" indent="-514350">
              <a:buFont typeface="+mj-lt"/>
              <a:buAutoNum type="arabicPeriod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8731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236BF-95E1-F4FB-37F4-A1D55E07A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1. Numeric Type Emulation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90F78-7166-DF2C-BEAC-09EF4A18C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Math operators write like code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Goal: To write your code as you would write your math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CDD0C5-142A-CDEC-B724-26BF17CCC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507" y="2514094"/>
            <a:ext cx="5660985" cy="11084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61BDEB-E2F2-534E-902A-D87308EB7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749" y="3622580"/>
            <a:ext cx="42545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37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436EB-8D90-2618-CCDC-6487BAD7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E83CB-22A8-0ED0-9666-D21F165B1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1. Numeric Type Emulation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CF66623-CE24-406B-437E-DC489FDF428B}"/>
              </a:ext>
            </a:extLst>
          </p:cNvPr>
          <p:cNvGrpSpPr/>
          <p:nvPr/>
        </p:nvGrpSpPr>
        <p:grpSpPr>
          <a:xfrm>
            <a:off x="1911354" y="1864308"/>
            <a:ext cx="8369291" cy="4802187"/>
            <a:chOff x="2432129" y="1690688"/>
            <a:chExt cx="7327740" cy="420455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AA6F78C-6552-3A17-C0C1-1EBDC7472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3617"/>
            <a:stretch>
              <a:fillRect/>
            </a:stretch>
          </p:blipFill>
          <p:spPr>
            <a:xfrm>
              <a:off x="2432130" y="5081286"/>
              <a:ext cx="7327739" cy="81396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45287F6-87E7-36BF-C33B-3DB930596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31758"/>
            <a:stretch>
              <a:fillRect/>
            </a:stretch>
          </p:blipFill>
          <p:spPr>
            <a:xfrm>
              <a:off x="2432129" y="1690688"/>
              <a:ext cx="7327739" cy="3390598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6FAC8EF-8918-EB41-FEA6-BB3C2A982922}"/>
              </a:ext>
            </a:extLst>
          </p:cNvPr>
          <p:cNvSpPr txBox="1"/>
          <p:nvPr/>
        </p:nvSpPr>
        <p:spPr>
          <a:xfrm>
            <a:off x="2233915" y="1494976"/>
            <a:ext cx="1179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Operation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646E99-31A4-D25C-EC3B-1B5E9B55C85A}"/>
              </a:ext>
            </a:extLst>
          </p:cNvPr>
          <p:cNvSpPr txBox="1"/>
          <p:nvPr/>
        </p:nvSpPr>
        <p:spPr>
          <a:xfrm>
            <a:off x="4134092" y="1506022"/>
            <a:ext cx="932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Symbol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938114-D7AC-3B42-A8DF-84DBDBD676C8}"/>
              </a:ext>
            </a:extLst>
          </p:cNvPr>
          <p:cNvSpPr txBox="1"/>
          <p:nvPr/>
        </p:nvSpPr>
        <p:spPr>
          <a:xfrm>
            <a:off x="6451231" y="1494976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Method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F70C75-145D-2974-3B75-43F0D7BFF597}"/>
              </a:ext>
            </a:extLst>
          </p:cNvPr>
          <p:cNvSpPr txBox="1"/>
          <p:nvPr/>
        </p:nvSpPr>
        <p:spPr>
          <a:xfrm>
            <a:off x="8792020" y="1494976"/>
            <a:ext cx="69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</a:t>
            </a:r>
          </a:p>
        </p:txBody>
      </p:sp>
    </p:spTree>
    <p:extLst>
      <p:ext uri="{BB962C8B-B14F-4D97-AF65-F5344CB8AC3E}">
        <p14:creationId xmlns:p14="http://schemas.microsoft.com/office/powerpoint/2010/main" val="2523502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CEE4-D9E4-ADB4-69D6-1A39FBC3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14D7B-B72A-2E84-400A-D42043396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2. Visualization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002F63-6A3A-2E93-5AD8-FC7A3A558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noProof="0" dirty="0"/>
              <a:t>n = 1</a:t>
            </a:r>
          </a:p>
          <a:p>
            <a:r>
              <a:rPr lang="en-US" noProof="0" dirty="0"/>
              <a:t>n = 2</a:t>
            </a:r>
          </a:p>
          <a:p>
            <a:r>
              <a:rPr lang="en-US" noProof="0" dirty="0"/>
              <a:t>n = 3</a:t>
            </a:r>
          </a:p>
        </p:txBody>
      </p:sp>
      <p:pic>
        <p:nvPicPr>
          <p:cNvPr id="11" name="Picture 10" descr="A graph of a oval in a grid&#10;&#10;AI-generated content may be incorrect.">
            <a:extLst>
              <a:ext uri="{FF2B5EF4-FFF2-40B4-BE49-F238E27FC236}">
                <a16:creationId xmlns:a16="http://schemas.microsoft.com/office/drawing/2014/main" id="{5980309A-2DC5-9F55-F477-85F5CCB85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381" y="2753584"/>
            <a:ext cx="2827438" cy="23102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D5852F-1D36-5656-AD50-AA6EB80B4829}"/>
              </a:ext>
            </a:extLst>
          </p:cNvPr>
          <p:cNvSpPr txBox="1"/>
          <p:nvPr/>
        </p:nvSpPr>
        <p:spPr>
          <a:xfrm>
            <a:off x="2118845" y="5764044"/>
            <a:ext cx="6874685" cy="646331"/>
          </a:xfrm>
          <a:prstGeom prst="rect">
            <a:avLst/>
          </a:prstGeom>
          <a:solidFill>
            <a:srgbClr val="EC7246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FFFF"/>
                </a:solidFill>
              </a:rPr>
              <a:t>Challenge: </a:t>
            </a:r>
            <a:r>
              <a:rPr lang="en-US" noProof="0" dirty="0">
                <a:solidFill>
                  <a:srgbClr val="FFFFFF"/>
                </a:solidFill>
              </a:rPr>
              <a:t>Plotting polytopes in 2D/3D requires ‘sorting’ the vertices/associating each vertex with its corresponding halfplane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4EFDDD7-DAC3-AF3A-556B-34E5A68449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3" t="14432" r="8302" b="8890"/>
          <a:stretch>
            <a:fillRect/>
          </a:stretch>
        </p:blipFill>
        <p:spPr bwMode="auto">
          <a:xfrm>
            <a:off x="5289871" y="2753584"/>
            <a:ext cx="2827438" cy="231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BBBD3B-FC34-AA92-AFD2-3FA80FDEB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0888" y="2688164"/>
            <a:ext cx="2531279" cy="257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48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9DF1-4C77-12DC-8531-9927F0AE6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178D-EA2F-DAD2-E948-C9BB177DF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2. Visualization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EAC4FD7-0C6C-443D-C688-EF13A102E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Also, extensive pretty printing and printing formats for the different classes.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9086B-A3CD-99FB-32A6-02258A07E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35" y="3015907"/>
            <a:ext cx="4045260" cy="8304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DA55B1-59FF-500D-AD9D-546017A65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977" y="4663783"/>
            <a:ext cx="7586849" cy="7371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B9DAE0-E0F0-AE49-DDCD-4B2898C58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402" y="2802550"/>
            <a:ext cx="5082788" cy="12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11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F2BA3-3ADE-0C66-50CF-27866EACF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2EE6A-AD05-6EA6-1A4A-7EA327C1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3. H-representation and V-representation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88D0C5-9C20-8EDC-28CB-9D9FA974C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A polytope can be represented as either an H-representation or a V-representation: upon creation, the other representation is not explicitly computed (because this can be computationally very expensive).</a:t>
            </a:r>
          </a:p>
          <a:p>
            <a:r>
              <a:rPr lang="en-US" noProof="0" dirty="0"/>
              <a:t>Achieved by operator overload of __</a:t>
            </a:r>
            <a:r>
              <a:rPr lang="en-US" noProof="0" dirty="0" err="1"/>
              <a:t>init</a:t>
            </a:r>
            <a:r>
              <a:rPr lang="en-US" noProof="0" dirty="0"/>
              <a:t>__ method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B8FC3-8718-3D02-C2DA-DF27B7F4C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469" y="4001294"/>
            <a:ext cx="4063678" cy="254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01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02F0-B295-3CBC-0C07-E4C4618F6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5BDF2-9E97-C703-B53F-458CDBB96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4. Degeneracy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C3F66B-5B1C-5DC6-40A2-60B545495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The package can deal with two types of degeneracy.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E9B99-D70D-75A2-F074-0FEBC629E012}"/>
              </a:ext>
            </a:extLst>
          </p:cNvPr>
          <p:cNvSpPr txBox="1"/>
          <p:nvPr/>
        </p:nvSpPr>
        <p:spPr>
          <a:xfrm>
            <a:off x="3127432" y="5764044"/>
            <a:ext cx="5937135" cy="646331"/>
          </a:xfrm>
          <a:prstGeom prst="rect">
            <a:avLst/>
          </a:prstGeom>
          <a:solidFill>
            <a:srgbClr val="EC7246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FFFF"/>
                </a:solidFill>
              </a:rPr>
              <a:t>Challenge: </a:t>
            </a:r>
            <a:r>
              <a:rPr lang="en-US" noProof="0" dirty="0">
                <a:solidFill>
                  <a:srgbClr val="FFFFFF"/>
                </a:solidFill>
              </a:rPr>
              <a:t>There are an increasing number of edge-cases to consider when dealing with degeneracy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1CF6B96-25D7-4892-D46D-18C18B965577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  <a:p>
            <a:r>
              <a:rPr lang="en-US" dirty="0"/>
              <a:t>Type-0 degeneracy </a:t>
            </a:r>
          </a:p>
          <a:p>
            <a:pPr marL="0" indent="0">
              <a:buNone/>
            </a:pPr>
            <a:r>
              <a:rPr lang="en-US" dirty="0"/>
              <a:t>(no volume, ‘flat’)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Type-∞ degeneracy </a:t>
            </a:r>
          </a:p>
          <a:p>
            <a:pPr marL="0" indent="0">
              <a:buNone/>
            </a:pPr>
            <a:r>
              <a:rPr lang="en-US" dirty="0"/>
              <a:t>(infinite volume, ‘unbounded’)</a:t>
            </a:r>
          </a:p>
        </p:txBody>
      </p:sp>
      <p:pic>
        <p:nvPicPr>
          <p:cNvPr id="10" name="Picture 9" descr="A graph on a piece of paper&#10;&#10;AI-generated content may be incorrect.">
            <a:extLst>
              <a:ext uri="{FF2B5EF4-FFF2-40B4-BE49-F238E27FC236}">
                <a16:creationId xmlns:a16="http://schemas.microsoft.com/office/drawing/2014/main" id="{0CE8FCA6-3C82-445A-1A72-4E866C643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375" y="3397774"/>
            <a:ext cx="3858229" cy="2231333"/>
          </a:xfrm>
          <a:prstGeom prst="rect">
            <a:avLst/>
          </a:prstGeom>
        </p:spPr>
      </p:pic>
      <p:pic>
        <p:nvPicPr>
          <p:cNvPr id="12" name="Picture 11" descr="A graph on a piece of paper&#10;&#10;AI-generated content may be incorrect.">
            <a:extLst>
              <a:ext uri="{FF2B5EF4-FFF2-40B4-BE49-F238E27FC236}">
                <a16:creationId xmlns:a16="http://schemas.microsoft.com/office/drawing/2014/main" id="{24CCA0F4-24C1-AEF7-B042-FEC1B61B9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126" y="3325618"/>
            <a:ext cx="2599483" cy="23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6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EF6F4-8AF4-E484-83E6-38FB266F0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5311A-285F-1AF0-AA22-035F5475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5. Inter-object integration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FFE622F-DF29-F4DB-3761-6132F1BF7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The toolbox allows the user to do operations between objects of different classes seamlessly.</a:t>
            </a:r>
          </a:p>
          <a:p>
            <a:r>
              <a:rPr lang="en-US" noProof="0" dirty="0"/>
              <a:t>Intersection ellipsoid with subspace -&gt; ellipsoid</a:t>
            </a:r>
          </a:p>
          <a:p>
            <a:r>
              <a:rPr lang="en-US" noProof="0" dirty="0"/>
              <a:t>Projection of polytope on subspace -&gt; polytope</a:t>
            </a:r>
          </a:p>
          <a:p>
            <a:r>
              <a:rPr lang="en-US" noProof="0" dirty="0"/>
              <a:t>Over/under-approximating an ellipsoid with a polytope</a:t>
            </a:r>
          </a:p>
          <a:p>
            <a:r>
              <a:rPr lang="en-US" noProof="0" dirty="0"/>
              <a:t>Over/under-approximating a polytope with an ellipsoid</a:t>
            </a:r>
          </a:p>
          <a:p>
            <a:r>
              <a:rPr lang="en-US" noProof="0" dirty="0"/>
              <a:t>⋮</a:t>
            </a:r>
          </a:p>
        </p:txBody>
      </p:sp>
    </p:spTree>
    <p:extLst>
      <p:ext uri="{BB962C8B-B14F-4D97-AF65-F5344CB8AC3E}">
        <p14:creationId xmlns:p14="http://schemas.microsoft.com/office/powerpoint/2010/main" val="3686185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443AF-D87D-72C4-C0B5-43B921A83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E7113-CCF9-8A13-4E22-BF2A99CF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6. External libraries integration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51A29D-AE98-D7FA-EE99-8D99F651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The toolbox has special integration features with external libraries.</a:t>
            </a:r>
          </a:p>
          <a:p>
            <a:r>
              <a:rPr lang="en-US" noProof="0" dirty="0" err="1"/>
              <a:t>cvxpy</a:t>
            </a:r>
            <a:r>
              <a:rPr lang="en-US" noProof="0" dirty="0"/>
              <a:t>: used for internal optimization and external convex optimization problems formulation.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640261-66E3-4718-6FCF-FF62042E2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011" y="3325098"/>
            <a:ext cx="8681977" cy="83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444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C968A-2FF9-EEF0-AD71-4287E9686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79F48-7165-7991-F11F-8BC1A974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7. Lazy evaluation/loading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A5731D-E44C-09F3-F516-2CA8FBB0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noProof="0" dirty="0"/>
              <a:t>Certain properties (i.e., </a:t>
            </a:r>
            <a:r>
              <a:rPr lang="en-US" noProof="0" dirty="0" err="1"/>
              <a:t>poly.vol</a:t>
            </a:r>
            <a:r>
              <a:rPr lang="en-US" noProof="0" dirty="0"/>
              <a:t>) are expensive to calculate. These properties are not calculated at object initialization, but only when the ‘attribute’ is accessed (and then, they are saved to the object).</a:t>
            </a:r>
          </a:p>
          <a:p>
            <a:pPr lvl="1"/>
            <a:r>
              <a:rPr lang="en-US" noProof="0" dirty="0"/>
              <a:t>Same for H-</a:t>
            </a:r>
            <a:r>
              <a:rPr lang="en-US" noProof="0" dirty="0" err="1"/>
              <a:t>repr</a:t>
            </a:r>
            <a:r>
              <a:rPr lang="en-US" noProof="0" dirty="0"/>
              <a:t> and V-</a:t>
            </a:r>
            <a:r>
              <a:rPr lang="en-US" noProof="0" dirty="0" err="1"/>
              <a:t>repr</a:t>
            </a:r>
            <a:r>
              <a:rPr lang="en-US" noProof="0" dirty="0"/>
              <a:t> of a polytope.</a:t>
            </a:r>
          </a:p>
          <a:p>
            <a:pPr marL="571500" indent="-571500">
              <a:buFont typeface="+mj-lt"/>
              <a:buAutoNum type="romanUcPeriod"/>
            </a:pPr>
            <a:r>
              <a:rPr lang="en-US" noProof="0" dirty="0"/>
              <a:t>Certain packages (e.g., matplotlib/</a:t>
            </a:r>
            <a:r>
              <a:rPr lang="en-US" noProof="0" dirty="0" err="1"/>
              <a:t>cvxpy</a:t>
            </a:r>
            <a:r>
              <a:rPr lang="en-US" noProof="0" dirty="0"/>
              <a:t>) are optional dependencies. These are only imported when called.</a:t>
            </a:r>
          </a:p>
          <a:p>
            <a:pPr lvl="1"/>
            <a:r>
              <a:rPr lang="en-US" noProof="0" dirty="0"/>
              <a:t>Might create a marginal speed-up.</a:t>
            </a:r>
          </a:p>
          <a:p>
            <a:pPr lvl="1"/>
            <a:r>
              <a:rPr lang="en-US" noProof="0" dirty="0"/>
              <a:t>The least possible amount of dependencies -&gt; improves longevity.</a:t>
            </a:r>
          </a:p>
          <a:p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009382-CC2F-76DB-A9A7-2CD6A9F9E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00" y="5707063"/>
            <a:ext cx="73406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428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4CAF4-2DAF-C6AB-B888-7644A4DBE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AFF1F-94F9-C91E-2F2F-FFE0FEE7C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 am I seeking collaborators?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C5CE3AB-56AA-BAEB-3255-F9C89764E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I want to know which features are desirable (meaning development should be prioritized) from the users: you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 want your input/expertise/experience on a wide number of design choices (&gt;50 as of now) in the software architecture.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 want your (mathematical) expertise when it comes to certain algorithms concerning polytopes, subspaces, and ellipsoids.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 would need to split the (ever-growing) workload of writing all functionalities to make this toolbox </a:t>
            </a:r>
            <a:r>
              <a:rPr lang="en-US" i="1" noProof="0" dirty="0"/>
              <a:t>fully-fledged</a:t>
            </a:r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4560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08C3E-1553-4299-AD09-B44A857EF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C7F8-4717-800F-1167-E97B7F5F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do you get in return?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8F04E1F-D9F7-6017-DA7A-5C0C6EBED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Well… not much! But: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 fun (hopefully, satisfactory) side-project in Python. Extensive (CV-worthy) expertise in Python package coding.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Experience in collaborating with others on a software project.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 the long run, a useful toolbox you can also use in your own projects/publications.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Added to the list of contributors </a:t>
            </a:r>
            <a:r>
              <a:rPr lang="en-US" noProof="0"/>
              <a:t>for ….</a:t>
            </a:r>
            <a:endParaRPr lang="en-US" noProof="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it comes to it (no guarantees): one of the authors on the (conference) publication promoting/launching </a:t>
            </a:r>
            <a:r>
              <a:rPr lang="en-US" dirty="0" err="1"/>
              <a:t>GeoPES</a:t>
            </a:r>
            <a:r>
              <a:rPr lang="en-US" dirty="0"/>
              <a:t>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253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6D5EC-5849-84DD-2213-ACC764B4A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413F-C874-CAD7-D7D6-4B329A93B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do I need to be involved?</a:t>
            </a:r>
            <a:endParaRPr lang="en-US" noProof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1FDD46-8F60-1468-B695-89FE9FC07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noProof="0" dirty="0"/>
              <a:t>Depends entirely on you. You could:</a:t>
            </a:r>
          </a:p>
          <a:p>
            <a:r>
              <a:rPr lang="en-US" noProof="0" dirty="0"/>
              <a:t>Not writing a </a:t>
            </a:r>
            <a:r>
              <a:rPr lang="en-US" dirty="0"/>
              <a:t>single line of code, maybe have two chats about interesting math you read/suggestions for functionality.</a:t>
            </a:r>
          </a:p>
          <a:p>
            <a:r>
              <a:rPr lang="en-US" noProof="0" dirty="0"/>
              <a:t>I have some old MATLAB/Python code lying around somewhere; you can have a look at that. Otherwise, don’t call me again!</a:t>
            </a:r>
          </a:p>
          <a:p>
            <a:r>
              <a:rPr lang="en-US" dirty="0"/>
              <a:t>Sounds fun! I don’t know if I can make any commitment on time, though… I might read through some of the design decisions, leave some thoughts, attend a future meeting, but no promises. </a:t>
            </a:r>
          </a:p>
          <a:p>
            <a:r>
              <a:rPr lang="en-US" noProof="0" dirty="0"/>
              <a:t>Might actually be quite nice to join, also to gain a lot of coding experience; I’d be down to have some more </a:t>
            </a:r>
            <a:r>
              <a:rPr lang="en-US" noProof="0" dirty="0" err="1"/>
              <a:t>indepth</a:t>
            </a:r>
            <a:r>
              <a:rPr lang="en-US" noProof="0" dirty="0"/>
              <a:t> discussion, see if there’s certain functionality/subtask I’d be interested in writing.</a:t>
            </a:r>
          </a:p>
          <a:p>
            <a:r>
              <a:rPr lang="en-US" dirty="0"/>
              <a:t>…</a:t>
            </a:r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9103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7EF74-7999-A3AD-B00A-257F36B99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7348C7-57B9-4E99-AD65-F46BFABB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496339" cy="1325563"/>
          </a:xfrm>
        </p:spPr>
        <p:txBody>
          <a:bodyPr/>
          <a:lstStyle/>
          <a:p>
            <a:r>
              <a:rPr lang="en-US" dirty="0"/>
              <a:t>Initialization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BA688B-34B4-32DA-142F-35253A1C999F}"/>
              </a:ext>
            </a:extLst>
          </p:cNvPr>
          <p:cNvSpPr/>
          <p:nvPr/>
        </p:nvSpPr>
        <p:spPr>
          <a:xfrm>
            <a:off x="324092" y="1796903"/>
            <a:ext cx="1068773" cy="645356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user </a:t>
            </a:r>
            <a:r>
              <a:rPr lang="en-US" dirty="0" err="1">
                <a:solidFill>
                  <a:sysClr val="windowText" lastClr="000000"/>
                </a:solidFill>
              </a:rPr>
              <a:t>args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A53377-0336-69D4-4C28-8C6B9D672000}"/>
              </a:ext>
            </a:extLst>
          </p:cNvPr>
          <p:cNvSpPr/>
          <p:nvPr/>
        </p:nvSpPr>
        <p:spPr>
          <a:xfrm>
            <a:off x="324092" y="2442259"/>
            <a:ext cx="1068773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A, 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83ABB8-1385-0DAA-1310-37D5FCC7751C}"/>
              </a:ext>
            </a:extLst>
          </p:cNvPr>
          <p:cNvSpPr/>
          <p:nvPr/>
        </p:nvSpPr>
        <p:spPr>
          <a:xfrm>
            <a:off x="1794929" y="1796903"/>
            <a:ext cx="1068773" cy="6453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init</a:t>
            </a:r>
            <a:r>
              <a:rPr lang="en-US" dirty="0"/>
              <a:t> method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63C693-8023-7768-E070-3185FE10916E}"/>
              </a:ext>
            </a:extLst>
          </p:cNvPr>
          <p:cNvSpPr/>
          <p:nvPr/>
        </p:nvSpPr>
        <p:spPr>
          <a:xfrm>
            <a:off x="1794929" y="2442259"/>
            <a:ext cx="1068773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__</a:t>
            </a:r>
            <a:r>
              <a:rPr lang="en-US" dirty="0" err="1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init</a:t>
            </a:r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__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4B07B8-9A93-F7C9-6355-B93263C3B712}"/>
              </a:ext>
            </a:extLst>
          </p:cNvPr>
          <p:cNvSpPr/>
          <p:nvPr/>
        </p:nvSpPr>
        <p:spPr>
          <a:xfrm>
            <a:off x="3265766" y="1796903"/>
            <a:ext cx="1423192" cy="6453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dispatching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E8F04F-A53F-1A39-7DBC-F3B1B11DAAC6}"/>
              </a:ext>
            </a:extLst>
          </p:cNvPr>
          <p:cNvSpPr/>
          <p:nvPr/>
        </p:nvSpPr>
        <p:spPr>
          <a:xfrm>
            <a:off x="3265766" y="2442259"/>
            <a:ext cx="1423192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_</a:t>
            </a:r>
            <a:r>
              <a:rPr lang="en-US" dirty="0" err="1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init_hrepr</a:t>
            </a:r>
            <a:endParaRPr lang="en-US" dirty="0">
              <a:solidFill>
                <a:sysClr val="windowText" lastClr="000000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AE31C4-FF9E-B043-5D9F-DEEBE2EF5BBB}"/>
              </a:ext>
            </a:extLst>
          </p:cNvPr>
          <p:cNvSpPr/>
          <p:nvPr/>
        </p:nvSpPr>
        <p:spPr>
          <a:xfrm>
            <a:off x="5091022" y="1796903"/>
            <a:ext cx="1564958" cy="6453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setting properties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96B369-61AE-2B9B-4AEE-595ADDD9EE00}"/>
              </a:ext>
            </a:extLst>
          </p:cNvPr>
          <p:cNvSpPr/>
          <p:nvPr/>
        </p:nvSpPr>
        <p:spPr>
          <a:xfrm>
            <a:off x="5091021" y="2442259"/>
            <a:ext cx="1564959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self.A</a:t>
            </a:r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, </a:t>
            </a:r>
            <a:r>
              <a:rPr lang="en-US" dirty="0" err="1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self.b</a:t>
            </a:r>
            <a:endParaRPr lang="en-US" dirty="0">
              <a:solidFill>
                <a:sysClr val="windowText" lastClr="000000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50A6D5-D08A-0CA2-4FF2-55A38401369A}"/>
              </a:ext>
            </a:extLst>
          </p:cNvPr>
          <p:cNvSpPr/>
          <p:nvPr/>
        </p:nvSpPr>
        <p:spPr>
          <a:xfrm>
            <a:off x="7058043" y="2442259"/>
            <a:ext cx="1423192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poly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8E808A-387B-0DCB-ED63-3C5644865623}"/>
              </a:ext>
            </a:extLst>
          </p:cNvPr>
          <p:cNvSpPr/>
          <p:nvPr/>
        </p:nvSpPr>
        <p:spPr>
          <a:xfrm>
            <a:off x="7058043" y="1803364"/>
            <a:ext cx="1423192" cy="645356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returning object</a:t>
            </a:r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5F70CB0-92B9-9A17-A77D-C0CCAECAF960}"/>
              </a:ext>
            </a:extLst>
          </p:cNvPr>
          <p:cNvSpPr txBox="1">
            <a:spLocks/>
          </p:cNvSpPr>
          <p:nvPr/>
        </p:nvSpPr>
        <p:spPr>
          <a:xfrm>
            <a:off x="838200" y="3385334"/>
            <a:ext cx="28725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Operation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E072B6-8D9D-6B93-A397-15A8EA376CC8}"/>
              </a:ext>
            </a:extLst>
          </p:cNvPr>
          <p:cNvSpPr/>
          <p:nvPr/>
        </p:nvSpPr>
        <p:spPr>
          <a:xfrm>
            <a:off x="324092" y="4710897"/>
            <a:ext cx="1068773" cy="645356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given poly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25BFC3-4F19-DA11-1782-E83C3B951E2F}"/>
              </a:ext>
            </a:extLst>
          </p:cNvPr>
          <p:cNvSpPr/>
          <p:nvPr/>
        </p:nvSpPr>
        <p:spPr>
          <a:xfrm>
            <a:off x="324092" y="5356253"/>
            <a:ext cx="1068773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poly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D2DD00-F8D2-3DF5-49A4-953293535E7F}"/>
              </a:ext>
            </a:extLst>
          </p:cNvPr>
          <p:cNvSpPr/>
          <p:nvPr/>
        </p:nvSpPr>
        <p:spPr>
          <a:xfrm>
            <a:off x="1794929" y="4710897"/>
            <a:ext cx="1068773" cy="6453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flags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1C49CA-87E6-5F5B-47A9-AB5D13E3DB04}"/>
              </a:ext>
            </a:extLst>
          </p:cNvPr>
          <p:cNvSpPr/>
          <p:nvPr/>
        </p:nvSpPr>
        <p:spPr>
          <a:xfrm>
            <a:off x="1794929" y="5356253"/>
            <a:ext cx="1068773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self.is</a:t>
            </a:r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_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468045-8EDB-56D6-845B-9C0F206A8495}"/>
              </a:ext>
            </a:extLst>
          </p:cNvPr>
          <p:cNvSpPr/>
          <p:nvPr/>
        </p:nvSpPr>
        <p:spPr>
          <a:xfrm>
            <a:off x="3265766" y="4710897"/>
            <a:ext cx="1068773" cy="6453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algo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F05441-0683-728E-4A34-EF5A24137268}"/>
              </a:ext>
            </a:extLst>
          </p:cNvPr>
          <p:cNvSpPr/>
          <p:nvPr/>
        </p:nvSpPr>
        <p:spPr>
          <a:xfrm>
            <a:off x="3265766" y="5356253"/>
            <a:ext cx="1068773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if … else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7F5BFFE-BCB1-3828-56C9-8B92D2E6618E}"/>
              </a:ext>
            </a:extLst>
          </p:cNvPr>
          <p:cNvSpPr/>
          <p:nvPr/>
        </p:nvSpPr>
        <p:spPr>
          <a:xfrm>
            <a:off x="4736603" y="4710897"/>
            <a:ext cx="1423192" cy="6453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 function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024753-7B1C-9892-881D-6D08FB44A10F}"/>
              </a:ext>
            </a:extLst>
          </p:cNvPr>
          <p:cNvSpPr/>
          <p:nvPr/>
        </p:nvSpPr>
        <p:spPr>
          <a:xfrm>
            <a:off x="4736603" y="5356253"/>
            <a:ext cx="1423192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mink_sum</a:t>
            </a:r>
            <a:endParaRPr lang="en-US" dirty="0">
              <a:solidFill>
                <a:sysClr val="windowText" lastClr="000000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2FC91F-0C34-291B-5169-494EE138A4B3}"/>
              </a:ext>
            </a:extLst>
          </p:cNvPr>
          <p:cNvSpPr/>
          <p:nvPr/>
        </p:nvSpPr>
        <p:spPr>
          <a:xfrm>
            <a:off x="6561859" y="4710897"/>
            <a:ext cx="1068773" cy="6453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results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B3A796-49DB-D16F-EBBB-99F407AF1271}"/>
              </a:ext>
            </a:extLst>
          </p:cNvPr>
          <p:cNvSpPr/>
          <p:nvPr/>
        </p:nvSpPr>
        <p:spPr>
          <a:xfrm>
            <a:off x="6561859" y="5356253"/>
            <a:ext cx="1068773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verts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1ACBDEE-57A2-4BED-61D9-D434C99CB2C2}"/>
              </a:ext>
            </a:extLst>
          </p:cNvPr>
          <p:cNvSpPr/>
          <p:nvPr/>
        </p:nvSpPr>
        <p:spPr>
          <a:xfrm>
            <a:off x="8814191" y="5617545"/>
            <a:ext cx="1564958" cy="6453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setting properties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694A2FE-299B-3F6D-C53F-980E199F0F86}"/>
              </a:ext>
            </a:extLst>
          </p:cNvPr>
          <p:cNvSpPr/>
          <p:nvPr/>
        </p:nvSpPr>
        <p:spPr>
          <a:xfrm>
            <a:off x="8814190" y="6262901"/>
            <a:ext cx="1564959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self.A</a:t>
            </a:r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, </a:t>
            </a:r>
            <a:r>
              <a:rPr lang="en-US" dirty="0" err="1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self.b</a:t>
            </a:r>
            <a:endParaRPr lang="en-US" dirty="0">
              <a:solidFill>
                <a:sysClr val="windowText" lastClr="000000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516AB3-5FEE-F8FF-E693-9E60B4D026B9}"/>
              </a:ext>
            </a:extLst>
          </p:cNvPr>
          <p:cNvSpPr/>
          <p:nvPr/>
        </p:nvSpPr>
        <p:spPr>
          <a:xfrm>
            <a:off x="10781212" y="5617545"/>
            <a:ext cx="1068773" cy="645356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return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object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91296E-C1A0-5DB5-DE1B-A222A4FB3645}"/>
              </a:ext>
            </a:extLst>
          </p:cNvPr>
          <p:cNvSpPr/>
          <p:nvPr/>
        </p:nvSpPr>
        <p:spPr>
          <a:xfrm>
            <a:off x="10781212" y="6262901"/>
            <a:ext cx="1068773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None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9A0B0C-2C01-8E54-06D9-6390DC06D869}"/>
              </a:ext>
            </a:extLst>
          </p:cNvPr>
          <p:cNvSpPr/>
          <p:nvPr/>
        </p:nvSpPr>
        <p:spPr>
          <a:xfrm>
            <a:off x="8814190" y="3729875"/>
            <a:ext cx="1068773" cy="645356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initialize poly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EEAA37-C2D5-E25D-4BF2-EECAB9E308BE}"/>
              </a:ext>
            </a:extLst>
          </p:cNvPr>
          <p:cNvSpPr/>
          <p:nvPr/>
        </p:nvSpPr>
        <p:spPr>
          <a:xfrm>
            <a:off x="8814190" y="4375231"/>
            <a:ext cx="1068773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poly(…)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9659A6A-4D07-CA6F-2418-90995BD3741F}"/>
              </a:ext>
            </a:extLst>
          </p:cNvPr>
          <p:cNvSpPr/>
          <p:nvPr/>
        </p:nvSpPr>
        <p:spPr>
          <a:xfrm>
            <a:off x="10285027" y="3729875"/>
            <a:ext cx="1068773" cy="645356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return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object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9F6A74B-AE29-9968-0D2D-26BC509AAFE5}"/>
              </a:ext>
            </a:extLst>
          </p:cNvPr>
          <p:cNvSpPr/>
          <p:nvPr/>
        </p:nvSpPr>
        <p:spPr>
          <a:xfrm>
            <a:off x="10285027" y="4375231"/>
            <a:ext cx="1068773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poly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84FB3F3-D105-27DE-B6DF-76E302A90BAB}"/>
              </a:ext>
            </a:extLst>
          </p:cNvPr>
          <p:cNvSpPr/>
          <p:nvPr/>
        </p:nvSpPr>
        <p:spPr>
          <a:xfrm>
            <a:off x="8032696" y="4865742"/>
            <a:ext cx="1254944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American Typewriter" panose="02090604020004020304" pitchFamily="18" charset="77"/>
              </a:rPr>
              <a:t>in_place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CB160640-7D55-E889-FF2C-9E947D055F58}"/>
              </a:ext>
            </a:extLst>
          </p:cNvPr>
          <p:cNvCxnSpPr>
            <a:stCxn id="39" idx="3"/>
            <a:endCxn id="52" idx="1"/>
          </p:cNvCxnSpPr>
          <p:nvPr/>
        </p:nvCxnSpPr>
        <p:spPr>
          <a:xfrm flipV="1">
            <a:off x="7630632" y="4052553"/>
            <a:ext cx="1183558" cy="981022"/>
          </a:xfrm>
          <a:prstGeom prst="bentConnector3">
            <a:avLst>
              <a:gd name="adj1" fmla="val 23948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0F8E9D19-E8C5-99C9-064F-A92D7783459D}"/>
              </a:ext>
            </a:extLst>
          </p:cNvPr>
          <p:cNvSpPr/>
          <p:nvPr/>
        </p:nvSpPr>
        <p:spPr>
          <a:xfrm>
            <a:off x="7949993" y="4060595"/>
            <a:ext cx="781494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False</a:t>
            </a:r>
          </a:p>
        </p:txBody>
      </p: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326EE48B-8553-34D7-207C-24D1CD275171}"/>
              </a:ext>
            </a:extLst>
          </p:cNvPr>
          <p:cNvCxnSpPr>
            <a:stCxn id="39" idx="3"/>
            <a:endCxn id="44" idx="1"/>
          </p:cNvCxnSpPr>
          <p:nvPr/>
        </p:nvCxnSpPr>
        <p:spPr>
          <a:xfrm>
            <a:off x="7630632" y="5033575"/>
            <a:ext cx="1183559" cy="906648"/>
          </a:xfrm>
          <a:prstGeom prst="bentConnector3">
            <a:avLst>
              <a:gd name="adj1" fmla="val 23948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735B66C2-1214-40ED-D40C-6FFF46C6C788}"/>
              </a:ext>
            </a:extLst>
          </p:cNvPr>
          <p:cNvSpPr/>
          <p:nvPr/>
        </p:nvSpPr>
        <p:spPr>
          <a:xfrm>
            <a:off x="7949993" y="5598063"/>
            <a:ext cx="781494" cy="33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merican Typewriter" panose="02090604020004020304" pitchFamily="18" charset="77"/>
              </a:rPr>
              <a:t>True</a:t>
            </a:r>
          </a:p>
        </p:txBody>
      </p: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A06285C3-E2DD-78A2-324A-36B23C3923D1}"/>
              </a:ext>
            </a:extLst>
          </p:cNvPr>
          <p:cNvCxnSpPr>
            <a:stCxn id="52" idx="0"/>
            <a:endCxn id="17" idx="2"/>
          </p:cNvCxnSpPr>
          <p:nvPr/>
        </p:nvCxnSpPr>
        <p:spPr>
          <a:xfrm rot="16200000" flipV="1">
            <a:off x="7135064" y="1516362"/>
            <a:ext cx="951950" cy="3475076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892971B-8575-8709-D637-9D7F8DC59ACE}"/>
              </a:ext>
            </a:extLst>
          </p:cNvPr>
          <p:cNvCxnSpPr>
            <a:stCxn id="52" idx="3"/>
            <a:endCxn id="54" idx="1"/>
          </p:cNvCxnSpPr>
          <p:nvPr/>
        </p:nvCxnSpPr>
        <p:spPr>
          <a:xfrm>
            <a:off x="9882963" y="4052553"/>
            <a:ext cx="402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E5CE429-681C-5DAF-8D0B-65C0F4417D49}"/>
              </a:ext>
            </a:extLst>
          </p:cNvPr>
          <p:cNvCxnSpPr>
            <a:cxnSpLocks/>
            <a:stCxn id="44" idx="3"/>
            <a:endCxn id="48" idx="1"/>
          </p:cNvCxnSpPr>
          <p:nvPr/>
        </p:nvCxnSpPr>
        <p:spPr>
          <a:xfrm>
            <a:off x="10379149" y="5940223"/>
            <a:ext cx="4020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1A6DDD5-A169-0B9B-6346-2A49968A14B0}"/>
              </a:ext>
            </a:extLst>
          </p:cNvPr>
          <p:cNvCxnSpPr>
            <a:cxnSpLocks/>
            <a:stCxn id="35" idx="3"/>
            <a:endCxn id="39" idx="1"/>
          </p:cNvCxnSpPr>
          <p:nvPr/>
        </p:nvCxnSpPr>
        <p:spPr>
          <a:xfrm>
            <a:off x="6159795" y="5033575"/>
            <a:ext cx="402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4CDD7AC-D61F-D8DC-2421-10C60C045D22}"/>
              </a:ext>
            </a:extLst>
          </p:cNvPr>
          <p:cNvCxnSpPr>
            <a:cxnSpLocks/>
            <a:stCxn id="30" idx="3"/>
            <a:endCxn id="35" idx="1"/>
          </p:cNvCxnSpPr>
          <p:nvPr/>
        </p:nvCxnSpPr>
        <p:spPr>
          <a:xfrm>
            <a:off x="4334539" y="5033575"/>
            <a:ext cx="402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3F03A83-73D1-E740-D3CF-AA7DD0BB29DD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>
            <a:off x="2863702" y="5033575"/>
            <a:ext cx="402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AA9BD13-A229-C27F-1A07-2C1E88FE0314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1392865" y="5033575"/>
            <a:ext cx="402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C50D640-4CCD-044B-77C9-FB954D198064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1392865" y="2119581"/>
            <a:ext cx="402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193FDCDF-0D29-D243-5523-E239FB9A90FB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2863702" y="2119581"/>
            <a:ext cx="402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C906DF5-25D2-4741-1F9E-1C7210074890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4688958" y="2119581"/>
            <a:ext cx="402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3A879BC-5171-3628-05E5-155C343318DA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>
            <a:off x="6655980" y="2119581"/>
            <a:ext cx="402063" cy="64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0F9B3F62-D90F-03BB-3091-4FEC24DD5285}"/>
              </a:ext>
            </a:extLst>
          </p:cNvPr>
          <p:cNvSpPr/>
          <p:nvPr/>
        </p:nvSpPr>
        <p:spPr>
          <a:xfrm>
            <a:off x="9522963" y="93728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C72E31E-455A-FBD2-4BBA-4CF107DEF489}"/>
              </a:ext>
            </a:extLst>
          </p:cNvPr>
          <p:cNvSpPr txBox="1"/>
          <p:nvPr/>
        </p:nvSpPr>
        <p:spPr>
          <a:xfrm>
            <a:off x="9931074" y="917776"/>
            <a:ext cx="882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reduce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77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10291</TotalTime>
  <Words>801</Words>
  <Application>Microsoft Macintosh PowerPoint</Application>
  <PresentationFormat>Widescreen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American Typewriter</vt:lpstr>
      <vt:lpstr>Aptos</vt:lpstr>
      <vt:lpstr>Aptos Display</vt:lpstr>
      <vt:lpstr>Arial</vt:lpstr>
      <vt:lpstr>Office Theme</vt:lpstr>
      <vt:lpstr>…</vt:lpstr>
      <vt:lpstr>Features</vt:lpstr>
      <vt:lpstr>1. Numeric Type Emulation</vt:lpstr>
      <vt:lpstr>1. Numeric Type Emulation</vt:lpstr>
      <vt:lpstr>2. Visualization</vt:lpstr>
      <vt:lpstr>2. Visualization</vt:lpstr>
      <vt:lpstr>3. H-representation and V-representation</vt:lpstr>
      <vt:lpstr>4. Degeneracy</vt:lpstr>
      <vt:lpstr>5. Inter-object integration</vt:lpstr>
      <vt:lpstr>6. External libraries integration</vt:lpstr>
      <vt:lpstr>7. Lazy evaluation/loading</vt:lpstr>
      <vt:lpstr>Why am I seeking collaborators?</vt:lpstr>
      <vt:lpstr>What do you get in return?</vt:lpstr>
      <vt:lpstr>How much do I need to be involved?</vt:lpstr>
      <vt:lpstr>Initialization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 Wolleswinkel</dc:creator>
  <cp:lastModifiedBy>Bart Wolleswinkel</cp:lastModifiedBy>
  <cp:revision>1</cp:revision>
  <dcterms:created xsi:type="dcterms:W3CDTF">2025-12-26T12:43:44Z</dcterms:created>
  <dcterms:modified xsi:type="dcterms:W3CDTF">2026-01-20T15:24:26Z</dcterms:modified>
</cp:coreProperties>
</file>