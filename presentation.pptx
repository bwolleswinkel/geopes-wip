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69" r:id="rId5"/>
    <p:sldId id="259" r:id="rId6"/>
    <p:sldId id="264" r:id="rId7"/>
    <p:sldId id="262" r:id="rId8"/>
    <p:sldId id="265" r:id="rId9"/>
    <p:sldId id="261" r:id="rId10"/>
    <p:sldId id="263" r:id="rId11"/>
    <p:sldId id="260" r:id="rId12"/>
    <p:sldId id="266" r:id="rId13"/>
    <p:sldId id="267" r:id="rId14"/>
    <p:sldId id="268" r:id="rId15"/>
    <p:sldId id="270" r:id="rId16"/>
    <p:sldId id="271" r:id="rId17"/>
  </p:sldIdLst>
  <p:sldSz cx="12192000" cy="6858000"/>
  <p:notesSz cx="6858000" cy="9144000"/>
  <p:defaultTextStyle>
    <a:defPPr>
      <a:defRPr lang="en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2BFB444-7DBC-CA44-A6DD-A4B3F7DBDADB}" v="159" dt="2026-01-22T20:49:06.49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20"/>
    <p:restoredTop sz="94675"/>
  </p:normalViewPr>
  <p:slideViewPr>
    <p:cSldViewPr snapToGrid="0">
      <p:cViewPr varScale="1">
        <p:scale>
          <a:sx n="111" d="100"/>
          <a:sy n="111" d="100"/>
        </p:scale>
        <p:origin x="760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art Wolleswinkel" userId="b168cadc-1825-41ce-b9cc-7c7f06f6f31d" providerId="ADAL" clId="{22248CC1-9068-5BCB-B15B-4353FE48F57D}"/>
    <pc:docChg chg="undo custSel addSld modSld">
      <pc:chgData name="Bart Wolleswinkel" userId="b168cadc-1825-41ce-b9cc-7c7f06f6f31d" providerId="ADAL" clId="{22248CC1-9068-5BCB-B15B-4353FE48F57D}" dt="2026-01-22T20:52:25.773" v="1096" actId="14100"/>
      <pc:docMkLst>
        <pc:docMk/>
      </pc:docMkLst>
      <pc:sldChg chg="modSp mod">
        <pc:chgData name="Bart Wolleswinkel" userId="b168cadc-1825-41ce-b9cc-7c7f06f6f31d" providerId="ADAL" clId="{22248CC1-9068-5BCB-B15B-4353FE48F57D}" dt="2026-01-08T12:43:12.113" v="3" actId="5793"/>
        <pc:sldMkLst>
          <pc:docMk/>
          <pc:sldMk cId="2563034518" sldId="256"/>
        </pc:sldMkLst>
        <pc:spChg chg="mod">
          <ac:chgData name="Bart Wolleswinkel" userId="b168cadc-1825-41ce-b9cc-7c7f06f6f31d" providerId="ADAL" clId="{22248CC1-9068-5BCB-B15B-4353FE48F57D}" dt="2026-01-08T12:43:12.113" v="3" actId="5793"/>
          <ac:spMkLst>
            <pc:docMk/>
            <pc:sldMk cId="2563034518" sldId="256"/>
            <ac:spMk id="2" creationId="{11592D63-90DE-8FC5-4122-5EC6AA7A9F3D}"/>
          </ac:spMkLst>
        </pc:spChg>
      </pc:sldChg>
      <pc:sldChg chg="modSp mod">
        <pc:chgData name="Bart Wolleswinkel" userId="b168cadc-1825-41ce-b9cc-7c7f06f6f31d" providerId="ADAL" clId="{22248CC1-9068-5BCB-B15B-4353FE48F57D}" dt="2026-01-08T13:29:15.403" v="11" actId="5793"/>
        <pc:sldMkLst>
          <pc:docMk/>
          <pc:sldMk cId="74253125" sldId="267"/>
        </pc:sldMkLst>
        <pc:spChg chg="mod">
          <ac:chgData name="Bart Wolleswinkel" userId="b168cadc-1825-41ce-b9cc-7c7f06f6f31d" providerId="ADAL" clId="{22248CC1-9068-5BCB-B15B-4353FE48F57D}" dt="2026-01-08T13:28:12.162" v="7" actId="20577"/>
          <ac:spMkLst>
            <pc:docMk/>
            <pc:sldMk cId="74253125" sldId="267"/>
            <ac:spMk id="2" creationId="{41AAC7F8-4717-800F-1167-E97B7F5FBEBE}"/>
          </ac:spMkLst>
        </pc:spChg>
        <pc:spChg chg="mod">
          <ac:chgData name="Bart Wolleswinkel" userId="b168cadc-1825-41ce-b9cc-7c7f06f6f31d" providerId="ADAL" clId="{22248CC1-9068-5BCB-B15B-4353FE48F57D}" dt="2026-01-08T13:29:15.403" v="11" actId="5793"/>
          <ac:spMkLst>
            <pc:docMk/>
            <pc:sldMk cId="74253125" sldId="267"/>
            <ac:spMk id="9" creationId="{A8F04E1F-D9F7-6017-DA7A-5C0C6EBEDBF5}"/>
          </ac:spMkLst>
        </pc:spChg>
      </pc:sldChg>
      <pc:sldChg chg="addSp delSp modSp add mod">
        <pc:chgData name="Bart Wolleswinkel" userId="b168cadc-1825-41ce-b9cc-7c7f06f6f31d" providerId="ADAL" clId="{22248CC1-9068-5BCB-B15B-4353FE48F57D}" dt="2026-01-20T15:24:20.557" v="631" actId="20577"/>
        <pc:sldMkLst>
          <pc:docMk/>
          <pc:sldMk cId="256577611" sldId="270"/>
        </pc:sldMkLst>
        <pc:spChg chg="add mod">
          <ac:chgData name="Bart Wolleswinkel" userId="b168cadc-1825-41ce-b9cc-7c7f06f6f31d" providerId="ADAL" clId="{22248CC1-9068-5BCB-B15B-4353FE48F57D}" dt="2026-01-20T15:09:41.260" v="404" actId="14100"/>
          <ac:spMkLst>
            <pc:docMk/>
            <pc:sldMk cId="256577611" sldId="270"/>
            <ac:spMk id="4" creationId="{917348C7-57B9-4E99-AD65-F46BFABB7BDC}"/>
          </ac:spMkLst>
        </pc:spChg>
        <pc:spChg chg="add mod">
          <ac:chgData name="Bart Wolleswinkel" userId="b168cadc-1825-41ce-b9cc-7c7f06f6f31d" providerId="ADAL" clId="{22248CC1-9068-5BCB-B15B-4353FE48F57D}" dt="2026-01-20T15:00:07.063" v="188" actId="20577"/>
          <ac:spMkLst>
            <pc:docMk/>
            <pc:sldMk cId="256577611" sldId="270"/>
            <ac:spMk id="7" creationId="{85BA688B-34B4-32DA-142F-35253A1C999F}"/>
          </ac:spMkLst>
        </pc:spChg>
        <pc:spChg chg="add mod">
          <ac:chgData name="Bart Wolleswinkel" userId="b168cadc-1825-41ce-b9cc-7c7f06f6f31d" providerId="ADAL" clId="{22248CC1-9068-5BCB-B15B-4353FE48F57D}" dt="2026-01-20T14:57:14.620" v="62" actId="1076"/>
          <ac:spMkLst>
            <pc:docMk/>
            <pc:sldMk cId="256577611" sldId="270"/>
            <ac:spMk id="8" creationId="{0EA53377-0336-69D4-4C28-8C6B9D672000}"/>
          </ac:spMkLst>
        </pc:spChg>
        <pc:spChg chg="add mod">
          <ac:chgData name="Bart Wolleswinkel" userId="b168cadc-1825-41ce-b9cc-7c7f06f6f31d" providerId="ADAL" clId="{22248CC1-9068-5BCB-B15B-4353FE48F57D}" dt="2026-01-20T15:00:02.781" v="185" actId="20577"/>
          <ac:spMkLst>
            <pc:docMk/>
            <pc:sldMk cId="256577611" sldId="270"/>
            <ac:spMk id="12" creationId="{DB83ABB8-1385-0DAA-1310-37D5FCC7751C}"/>
          </ac:spMkLst>
        </pc:spChg>
        <pc:spChg chg="add mod">
          <ac:chgData name="Bart Wolleswinkel" userId="b168cadc-1825-41ce-b9cc-7c7f06f6f31d" providerId="ADAL" clId="{22248CC1-9068-5BCB-B15B-4353FE48F57D}" dt="2026-01-20T14:57:30.301" v="83" actId="20577"/>
          <ac:spMkLst>
            <pc:docMk/>
            <pc:sldMk cId="256577611" sldId="270"/>
            <ac:spMk id="13" creationId="{6363C693-8023-7768-E070-3185FE10916E}"/>
          </ac:spMkLst>
        </pc:spChg>
        <pc:spChg chg="add mod">
          <ac:chgData name="Bart Wolleswinkel" userId="b168cadc-1825-41ce-b9cc-7c7f06f6f31d" providerId="ADAL" clId="{22248CC1-9068-5BCB-B15B-4353FE48F57D}" dt="2026-01-20T14:57:54.187" v="97" actId="14100"/>
          <ac:spMkLst>
            <pc:docMk/>
            <pc:sldMk cId="256577611" sldId="270"/>
            <ac:spMk id="14" creationId="{FE4B07B8-9A93-F7C9-6355-B93263C3B712}"/>
          </ac:spMkLst>
        </pc:spChg>
        <pc:spChg chg="add mod">
          <ac:chgData name="Bart Wolleswinkel" userId="b168cadc-1825-41ce-b9cc-7c7f06f6f31d" providerId="ADAL" clId="{22248CC1-9068-5BCB-B15B-4353FE48F57D}" dt="2026-01-20T14:58:03.362" v="109" actId="20577"/>
          <ac:spMkLst>
            <pc:docMk/>
            <pc:sldMk cId="256577611" sldId="270"/>
            <ac:spMk id="15" creationId="{F1E8F04F-A53F-1A39-7DBC-F3B1B11DAAC6}"/>
          </ac:spMkLst>
        </pc:spChg>
        <pc:spChg chg="add mod">
          <ac:chgData name="Bart Wolleswinkel" userId="b168cadc-1825-41ce-b9cc-7c7f06f6f31d" providerId="ADAL" clId="{22248CC1-9068-5BCB-B15B-4353FE48F57D}" dt="2026-01-20T14:59:33.194" v="158" actId="14100"/>
          <ac:spMkLst>
            <pc:docMk/>
            <pc:sldMk cId="256577611" sldId="270"/>
            <ac:spMk id="16" creationId="{B0AE31C4-FF9E-B043-5D9F-DEEBE2EF5BBB}"/>
          </ac:spMkLst>
        </pc:spChg>
        <pc:spChg chg="add mod">
          <ac:chgData name="Bart Wolleswinkel" userId="b168cadc-1825-41ce-b9cc-7c7f06f6f31d" providerId="ADAL" clId="{22248CC1-9068-5BCB-B15B-4353FE48F57D}" dt="2026-01-20T14:59:31.233" v="157" actId="14100"/>
          <ac:spMkLst>
            <pc:docMk/>
            <pc:sldMk cId="256577611" sldId="270"/>
            <ac:spMk id="17" creationId="{2396B369-61AE-2B9B-4AEE-595ADDD9EE00}"/>
          </ac:spMkLst>
        </pc:spChg>
        <pc:spChg chg="add mod">
          <ac:chgData name="Bart Wolleswinkel" userId="b168cadc-1825-41ce-b9cc-7c7f06f6f31d" providerId="ADAL" clId="{22248CC1-9068-5BCB-B15B-4353FE48F57D}" dt="2026-01-20T14:59:51.801" v="182" actId="20577"/>
          <ac:spMkLst>
            <pc:docMk/>
            <pc:sldMk cId="256577611" sldId="270"/>
            <ac:spMk id="20" creationId="{9C50A6D5-D08A-0CA2-4FF2-55A38401369A}"/>
          </ac:spMkLst>
        </pc:spChg>
        <pc:spChg chg="add mod">
          <ac:chgData name="Bart Wolleswinkel" userId="b168cadc-1825-41ce-b9cc-7c7f06f6f31d" providerId="ADAL" clId="{22248CC1-9068-5BCB-B15B-4353FE48F57D}" dt="2026-01-20T15:00:24.752" v="211" actId="20577"/>
          <ac:spMkLst>
            <pc:docMk/>
            <pc:sldMk cId="256577611" sldId="270"/>
            <ac:spMk id="22" creationId="{838E808A-387B-0DCB-ED63-3C5644865623}"/>
          </ac:spMkLst>
        </pc:spChg>
        <pc:spChg chg="add mod">
          <ac:chgData name="Bart Wolleswinkel" userId="b168cadc-1825-41ce-b9cc-7c7f06f6f31d" providerId="ADAL" clId="{22248CC1-9068-5BCB-B15B-4353FE48F57D}" dt="2026-01-20T15:12:40.518" v="490" actId="1036"/>
          <ac:spMkLst>
            <pc:docMk/>
            <pc:sldMk cId="256577611" sldId="270"/>
            <ac:spMk id="23" creationId="{85F70CB0-92B9-9A17-A77D-C0CCAECAF960}"/>
          </ac:spMkLst>
        </pc:spChg>
        <pc:spChg chg="add mod">
          <ac:chgData name="Bart Wolleswinkel" userId="b168cadc-1825-41ce-b9cc-7c7f06f6f31d" providerId="ADAL" clId="{22248CC1-9068-5BCB-B15B-4353FE48F57D}" dt="2026-01-20T15:12:40.518" v="490" actId="1036"/>
          <ac:spMkLst>
            <pc:docMk/>
            <pc:sldMk cId="256577611" sldId="270"/>
            <ac:spMk id="26" creationId="{3CE072B6-8D9D-6B93-A397-15A8EA376CC8}"/>
          </ac:spMkLst>
        </pc:spChg>
        <pc:spChg chg="add mod">
          <ac:chgData name="Bart Wolleswinkel" userId="b168cadc-1825-41ce-b9cc-7c7f06f6f31d" providerId="ADAL" clId="{22248CC1-9068-5BCB-B15B-4353FE48F57D}" dt="2026-01-20T15:12:40.518" v="490" actId="1036"/>
          <ac:spMkLst>
            <pc:docMk/>
            <pc:sldMk cId="256577611" sldId="270"/>
            <ac:spMk id="27" creationId="{4325BFC3-4F19-DA11-1782-E83C3B951E2F}"/>
          </ac:spMkLst>
        </pc:spChg>
        <pc:spChg chg="add mod">
          <ac:chgData name="Bart Wolleswinkel" userId="b168cadc-1825-41ce-b9cc-7c7f06f6f31d" providerId="ADAL" clId="{22248CC1-9068-5BCB-B15B-4353FE48F57D}" dt="2026-01-20T15:12:40.518" v="490" actId="1036"/>
          <ac:spMkLst>
            <pc:docMk/>
            <pc:sldMk cId="256577611" sldId="270"/>
            <ac:spMk id="28" creationId="{B8D2DD00-F8D2-3DF5-49A4-953293535E7F}"/>
          </ac:spMkLst>
        </pc:spChg>
        <pc:spChg chg="add mod">
          <ac:chgData name="Bart Wolleswinkel" userId="b168cadc-1825-41ce-b9cc-7c7f06f6f31d" providerId="ADAL" clId="{22248CC1-9068-5BCB-B15B-4353FE48F57D}" dt="2026-01-20T15:06:41.102" v="273" actId="20577"/>
          <ac:spMkLst>
            <pc:docMk/>
            <pc:sldMk cId="256577611" sldId="270"/>
            <ac:spMk id="29" creationId="{5A1C49CA-87E6-5F5B-47A9-AB5D13E3DB04}"/>
          </ac:spMkLst>
        </pc:spChg>
        <pc:spChg chg="add mod">
          <ac:chgData name="Bart Wolleswinkel" userId="b168cadc-1825-41ce-b9cc-7c7f06f6f31d" providerId="ADAL" clId="{22248CC1-9068-5BCB-B15B-4353FE48F57D}" dt="2026-01-20T15:12:40.518" v="490" actId="1036"/>
          <ac:spMkLst>
            <pc:docMk/>
            <pc:sldMk cId="256577611" sldId="270"/>
            <ac:spMk id="30" creationId="{B3468045-8EDB-56D6-845B-9C0F206A8495}"/>
          </ac:spMkLst>
        </pc:spChg>
        <pc:spChg chg="add mod">
          <ac:chgData name="Bart Wolleswinkel" userId="b168cadc-1825-41ce-b9cc-7c7f06f6f31d" providerId="ADAL" clId="{22248CC1-9068-5BCB-B15B-4353FE48F57D}" dt="2026-01-20T15:07:13.821" v="309" actId="20577"/>
          <ac:spMkLst>
            <pc:docMk/>
            <pc:sldMk cId="256577611" sldId="270"/>
            <ac:spMk id="31" creationId="{0EF05441-0683-728E-4A34-EF5A24137268}"/>
          </ac:spMkLst>
        </pc:spChg>
        <pc:spChg chg="add mod">
          <ac:chgData name="Bart Wolleswinkel" userId="b168cadc-1825-41ce-b9cc-7c7f06f6f31d" providerId="ADAL" clId="{22248CC1-9068-5BCB-B15B-4353FE48F57D}" dt="2026-01-20T15:08:09.192" v="348" actId="20577"/>
          <ac:spMkLst>
            <pc:docMk/>
            <pc:sldMk cId="256577611" sldId="270"/>
            <ac:spMk id="35" creationId="{C7F5BFFE-BCB1-3828-56C9-8B92D2E6618E}"/>
          </ac:spMkLst>
        </pc:spChg>
        <pc:spChg chg="add mod">
          <ac:chgData name="Bart Wolleswinkel" userId="b168cadc-1825-41ce-b9cc-7c7f06f6f31d" providerId="ADAL" clId="{22248CC1-9068-5BCB-B15B-4353FE48F57D}" dt="2026-01-20T15:12:40.518" v="490" actId="1036"/>
          <ac:spMkLst>
            <pc:docMk/>
            <pc:sldMk cId="256577611" sldId="270"/>
            <ac:spMk id="36" creationId="{46024753-7B1C-9892-881D-6D08FB44A10F}"/>
          </ac:spMkLst>
        </pc:spChg>
        <pc:spChg chg="add mod">
          <ac:chgData name="Bart Wolleswinkel" userId="b168cadc-1825-41ce-b9cc-7c7f06f6f31d" providerId="ADAL" clId="{22248CC1-9068-5BCB-B15B-4353FE48F57D}" dt="2026-01-20T15:12:40.518" v="490" actId="1036"/>
          <ac:spMkLst>
            <pc:docMk/>
            <pc:sldMk cId="256577611" sldId="270"/>
            <ac:spMk id="39" creationId="{5F2FC91F-0C34-291B-5169-494EE138A4B3}"/>
          </ac:spMkLst>
        </pc:spChg>
        <pc:spChg chg="add mod">
          <ac:chgData name="Bart Wolleswinkel" userId="b168cadc-1825-41ce-b9cc-7c7f06f6f31d" providerId="ADAL" clId="{22248CC1-9068-5BCB-B15B-4353FE48F57D}" dt="2026-01-20T15:09:06.968" v="400" actId="20577"/>
          <ac:spMkLst>
            <pc:docMk/>
            <pc:sldMk cId="256577611" sldId="270"/>
            <ac:spMk id="40" creationId="{ECB3A796-49DB-D16F-EBBB-99F407AF1271}"/>
          </ac:spMkLst>
        </pc:spChg>
        <pc:spChg chg="add mod">
          <ac:chgData name="Bart Wolleswinkel" userId="b168cadc-1825-41ce-b9cc-7c7f06f6f31d" providerId="ADAL" clId="{22248CC1-9068-5BCB-B15B-4353FE48F57D}" dt="2026-01-20T15:20:18.493" v="546" actId="1036"/>
          <ac:spMkLst>
            <pc:docMk/>
            <pc:sldMk cId="256577611" sldId="270"/>
            <ac:spMk id="44" creationId="{E1ACBDEE-57A2-4BED-61D9-D434C99CB2C2}"/>
          </ac:spMkLst>
        </pc:spChg>
        <pc:spChg chg="add mod">
          <ac:chgData name="Bart Wolleswinkel" userId="b168cadc-1825-41ce-b9cc-7c7f06f6f31d" providerId="ADAL" clId="{22248CC1-9068-5BCB-B15B-4353FE48F57D}" dt="2026-01-20T15:20:18.493" v="546" actId="1036"/>
          <ac:spMkLst>
            <pc:docMk/>
            <pc:sldMk cId="256577611" sldId="270"/>
            <ac:spMk id="45" creationId="{3694A2FE-299B-3F6D-C53F-980E199F0F86}"/>
          </ac:spMkLst>
        </pc:spChg>
        <pc:spChg chg="add mod">
          <ac:chgData name="Bart Wolleswinkel" userId="b168cadc-1825-41ce-b9cc-7c7f06f6f31d" providerId="ADAL" clId="{22248CC1-9068-5BCB-B15B-4353FE48F57D}" dt="2026-01-20T15:24:16.062" v="624" actId="20577"/>
          <ac:spMkLst>
            <pc:docMk/>
            <pc:sldMk cId="256577611" sldId="270"/>
            <ac:spMk id="48" creationId="{A4516AB3-5FEE-F8FF-E693-9E60B4D026B9}"/>
          </ac:spMkLst>
        </pc:spChg>
        <pc:spChg chg="add mod">
          <ac:chgData name="Bart Wolleswinkel" userId="b168cadc-1825-41ce-b9cc-7c7f06f6f31d" providerId="ADAL" clId="{22248CC1-9068-5BCB-B15B-4353FE48F57D}" dt="2026-01-20T15:20:18.493" v="546" actId="1036"/>
          <ac:spMkLst>
            <pc:docMk/>
            <pc:sldMk cId="256577611" sldId="270"/>
            <ac:spMk id="49" creationId="{3391296E-C1A0-5DB5-DE1B-A222A4FB3645}"/>
          </ac:spMkLst>
        </pc:spChg>
        <pc:spChg chg="add mod">
          <ac:chgData name="Bart Wolleswinkel" userId="b168cadc-1825-41ce-b9cc-7c7f06f6f31d" providerId="ADAL" clId="{22248CC1-9068-5BCB-B15B-4353FE48F57D}" dt="2026-01-20T15:16:51.366" v="492" actId="1076"/>
          <ac:spMkLst>
            <pc:docMk/>
            <pc:sldMk cId="256577611" sldId="270"/>
            <ac:spMk id="52" creationId="{0F9A0B0C-2C01-8E54-06D9-6390DC06D869}"/>
          </ac:spMkLst>
        </pc:spChg>
        <pc:spChg chg="add mod">
          <ac:chgData name="Bart Wolleswinkel" userId="b168cadc-1825-41ce-b9cc-7c7f06f6f31d" providerId="ADAL" clId="{22248CC1-9068-5BCB-B15B-4353FE48F57D}" dt="2026-01-20T15:16:51.366" v="492" actId="1076"/>
          <ac:spMkLst>
            <pc:docMk/>
            <pc:sldMk cId="256577611" sldId="270"/>
            <ac:spMk id="53" creationId="{33EEAA37-C2D5-E25D-4BF2-EECAB9E308BE}"/>
          </ac:spMkLst>
        </pc:spChg>
        <pc:spChg chg="add mod">
          <ac:chgData name="Bart Wolleswinkel" userId="b168cadc-1825-41ce-b9cc-7c7f06f6f31d" providerId="ADAL" clId="{22248CC1-9068-5BCB-B15B-4353FE48F57D}" dt="2026-01-20T15:24:20.557" v="631" actId="20577"/>
          <ac:spMkLst>
            <pc:docMk/>
            <pc:sldMk cId="256577611" sldId="270"/>
            <ac:spMk id="54" creationId="{E9659A6A-4D07-CA6F-2418-90995BD3741F}"/>
          </ac:spMkLst>
        </pc:spChg>
        <pc:spChg chg="add mod">
          <ac:chgData name="Bart Wolleswinkel" userId="b168cadc-1825-41ce-b9cc-7c7f06f6f31d" providerId="ADAL" clId="{22248CC1-9068-5BCB-B15B-4353FE48F57D}" dt="2026-01-20T15:16:51.366" v="492" actId="1076"/>
          <ac:spMkLst>
            <pc:docMk/>
            <pc:sldMk cId="256577611" sldId="270"/>
            <ac:spMk id="55" creationId="{E9F6A74B-AE29-9968-0D2D-26BC509AAFE5}"/>
          </ac:spMkLst>
        </pc:spChg>
        <pc:spChg chg="add mod">
          <ac:chgData name="Bart Wolleswinkel" userId="b168cadc-1825-41ce-b9cc-7c7f06f6f31d" providerId="ADAL" clId="{22248CC1-9068-5BCB-B15B-4353FE48F57D}" dt="2026-01-20T15:23:51.680" v="605" actId="207"/>
          <ac:spMkLst>
            <pc:docMk/>
            <pc:sldMk cId="256577611" sldId="270"/>
            <ac:spMk id="56" creationId="{384FB3F3-D105-27DE-B6DF-76E302A90BAB}"/>
          </ac:spMkLst>
        </pc:spChg>
        <pc:spChg chg="add mod">
          <ac:chgData name="Bart Wolleswinkel" userId="b168cadc-1825-41ce-b9cc-7c7f06f6f31d" providerId="ADAL" clId="{22248CC1-9068-5BCB-B15B-4353FE48F57D}" dt="2026-01-20T15:19:22.903" v="524" actId="1076"/>
          <ac:spMkLst>
            <pc:docMk/>
            <pc:sldMk cId="256577611" sldId="270"/>
            <ac:spMk id="60" creationId="{0F8E9D19-E8C5-99C9-064F-A92D7783459D}"/>
          </ac:spMkLst>
        </pc:spChg>
        <pc:spChg chg="add mod">
          <ac:chgData name="Bart Wolleswinkel" userId="b168cadc-1825-41ce-b9cc-7c7f06f6f31d" providerId="ADAL" clId="{22248CC1-9068-5BCB-B15B-4353FE48F57D}" dt="2026-01-20T15:20:18.493" v="546" actId="1036"/>
          <ac:spMkLst>
            <pc:docMk/>
            <pc:sldMk cId="256577611" sldId="270"/>
            <ac:spMk id="65" creationId="{735B66C2-1214-40ED-D40C-6FFF46C6C788}"/>
          </ac:spMkLst>
        </pc:spChg>
        <pc:spChg chg="add mod">
          <ac:chgData name="Bart Wolleswinkel" userId="b168cadc-1825-41ce-b9cc-7c7f06f6f31d" providerId="ADAL" clId="{22248CC1-9068-5BCB-B15B-4353FE48F57D}" dt="2026-01-20T15:22:35.629" v="587" actId="1076"/>
          <ac:spMkLst>
            <pc:docMk/>
            <pc:sldMk cId="256577611" sldId="270"/>
            <ac:spMk id="98" creationId="{0F9B3F62-D90F-03BB-3091-4FEC24DD5285}"/>
          </ac:spMkLst>
        </pc:spChg>
        <pc:spChg chg="add mod">
          <ac:chgData name="Bart Wolleswinkel" userId="b168cadc-1825-41ce-b9cc-7c7f06f6f31d" providerId="ADAL" clId="{22248CC1-9068-5BCB-B15B-4353FE48F57D}" dt="2026-01-20T15:22:55.376" v="599" actId="1076"/>
          <ac:spMkLst>
            <pc:docMk/>
            <pc:sldMk cId="256577611" sldId="270"/>
            <ac:spMk id="99" creationId="{0C72E31E-455A-FBD2-4BBA-4CF107DEF489}"/>
          </ac:spMkLst>
        </pc:spChg>
        <pc:cxnChg chg="add mod">
          <ac:chgData name="Bart Wolleswinkel" userId="b168cadc-1825-41ce-b9cc-7c7f06f6f31d" providerId="ADAL" clId="{22248CC1-9068-5BCB-B15B-4353FE48F57D}" dt="2026-01-20T15:23:41.855" v="602" actId="208"/>
          <ac:cxnSpMkLst>
            <pc:docMk/>
            <pc:sldMk cId="256577611" sldId="270"/>
            <ac:cxnSpMk id="58" creationId="{CB160640-7D55-E889-FF2C-9E947D055F58}"/>
          </ac:cxnSpMkLst>
        </pc:cxnChg>
        <pc:cxnChg chg="add mod">
          <ac:chgData name="Bart Wolleswinkel" userId="b168cadc-1825-41ce-b9cc-7c7f06f6f31d" providerId="ADAL" clId="{22248CC1-9068-5BCB-B15B-4353FE48F57D}" dt="2026-01-20T15:23:41.855" v="602" actId="208"/>
          <ac:cxnSpMkLst>
            <pc:docMk/>
            <pc:sldMk cId="256577611" sldId="270"/>
            <ac:cxnSpMk id="62" creationId="{326EE48B-8553-34D7-207C-24D1CD275171}"/>
          </ac:cxnSpMkLst>
        </pc:cxnChg>
        <pc:cxnChg chg="add mod">
          <ac:chgData name="Bart Wolleswinkel" userId="b168cadc-1825-41ce-b9cc-7c7f06f6f31d" providerId="ADAL" clId="{22248CC1-9068-5BCB-B15B-4353FE48F57D}" dt="2026-01-20T15:20:53.378" v="550" actId="693"/>
          <ac:cxnSpMkLst>
            <pc:docMk/>
            <pc:sldMk cId="256577611" sldId="270"/>
            <ac:cxnSpMk id="68" creationId="{A06285C3-E2DD-78A2-324A-36B23C3923D1}"/>
          </ac:cxnSpMkLst>
        </pc:cxnChg>
        <pc:cxnChg chg="add mod">
          <ac:chgData name="Bart Wolleswinkel" userId="b168cadc-1825-41ce-b9cc-7c7f06f6f31d" providerId="ADAL" clId="{22248CC1-9068-5BCB-B15B-4353FE48F57D}" dt="2026-01-20T15:21:11.853" v="552" actId="208"/>
          <ac:cxnSpMkLst>
            <pc:docMk/>
            <pc:sldMk cId="256577611" sldId="270"/>
            <ac:cxnSpMk id="70" creationId="{4892971B-8575-8709-D637-9D7F8DC59ACE}"/>
          </ac:cxnSpMkLst>
        </pc:cxnChg>
        <pc:cxnChg chg="add mod">
          <ac:chgData name="Bart Wolleswinkel" userId="b168cadc-1825-41ce-b9cc-7c7f06f6f31d" providerId="ADAL" clId="{22248CC1-9068-5BCB-B15B-4353FE48F57D}" dt="2026-01-20T15:21:19.820" v="556" actId="14100"/>
          <ac:cxnSpMkLst>
            <pc:docMk/>
            <pc:sldMk cId="256577611" sldId="270"/>
            <ac:cxnSpMk id="71" creationId="{1E5CE429-681C-5DAF-8D0B-65C0F4417D49}"/>
          </ac:cxnSpMkLst>
        </pc:cxnChg>
        <pc:cxnChg chg="add mod">
          <ac:chgData name="Bart Wolleswinkel" userId="b168cadc-1825-41ce-b9cc-7c7f06f6f31d" providerId="ADAL" clId="{22248CC1-9068-5BCB-B15B-4353FE48F57D}" dt="2026-01-20T15:21:26.193" v="559" actId="14100"/>
          <ac:cxnSpMkLst>
            <pc:docMk/>
            <pc:sldMk cId="256577611" sldId="270"/>
            <ac:cxnSpMk id="74" creationId="{81A6DDD5-A169-0B9B-6346-2A49968A14B0}"/>
          </ac:cxnSpMkLst>
        </pc:cxnChg>
        <pc:cxnChg chg="add mod">
          <ac:chgData name="Bart Wolleswinkel" userId="b168cadc-1825-41ce-b9cc-7c7f06f6f31d" providerId="ADAL" clId="{22248CC1-9068-5BCB-B15B-4353FE48F57D}" dt="2026-01-20T15:21:31.277" v="562" actId="14100"/>
          <ac:cxnSpMkLst>
            <pc:docMk/>
            <pc:sldMk cId="256577611" sldId="270"/>
            <ac:cxnSpMk id="77" creationId="{D4CDD7AC-D61F-D8DC-2421-10C60C045D22}"/>
          </ac:cxnSpMkLst>
        </pc:cxnChg>
        <pc:cxnChg chg="add mod">
          <ac:chgData name="Bart Wolleswinkel" userId="b168cadc-1825-41ce-b9cc-7c7f06f6f31d" providerId="ADAL" clId="{22248CC1-9068-5BCB-B15B-4353FE48F57D}" dt="2026-01-20T15:21:36.623" v="565" actId="14100"/>
          <ac:cxnSpMkLst>
            <pc:docMk/>
            <pc:sldMk cId="256577611" sldId="270"/>
            <ac:cxnSpMk id="80" creationId="{03F03A83-73D1-E740-D3CF-AA7DD0BB29DD}"/>
          </ac:cxnSpMkLst>
        </pc:cxnChg>
        <pc:cxnChg chg="add mod">
          <ac:chgData name="Bart Wolleswinkel" userId="b168cadc-1825-41ce-b9cc-7c7f06f6f31d" providerId="ADAL" clId="{22248CC1-9068-5BCB-B15B-4353FE48F57D}" dt="2026-01-20T15:21:41.955" v="568" actId="14100"/>
          <ac:cxnSpMkLst>
            <pc:docMk/>
            <pc:sldMk cId="256577611" sldId="270"/>
            <ac:cxnSpMk id="83" creationId="{9AA9BD13-A229-C27F-1A07-2C1E88FE0314}"/>
          </ac:cxnSpMkLst>
        </pc:cxnChg>
        <pc:cxnChg chg="add mod">
          <ac:chgData name="Bart Wolleswinkel" userId="b168cadc-1825-41ce-b9cc-7c7f06f6f31d" providerId="ADAL" clId="{22248CC1-9068-5BCB-B15B-4353FE48F57D}" dt="2026-01-20T15:21:48.015" v="571" actId="14100"/>
          <ac:cxnSpMkLst>
            <pc:docMk/>
            <pc:sldMk cId="256577611" sldId="270"/>
            <ac:cxnSpMk id="86" creationId="{8C50D640-4CCD-044B-77C9-FB954D198064}"/>
          </ac:cxnSpMkLst>
        </pc:cxnChg>
        <pc:cxnChg chg="add mod">
          <ac:chgData name="Bart Wolleswinkel" userId="b168cadc-1825-41ce-b9cc-7c7f06f6f31d" providerId="ADAL" clId="{22248CC1-9068-5BCB-B15B-4353FE48F57D}" dt="2026-01-20T15:21:54.538" v="574" actId="14100"/>
          <ac:cxnSpMkLst>
            <pc:docMk/>
            <pc:sldMk cId="256577611" sldId="270"/>
            <ac:cxnSpMk id="89" creationId="{193FDCDF-0D29-D243-5523-E239FB9A90FB}"/>
          </ac:cxnSpMkLst>
        </pc:cxnChg>
        <pc:cxnChg chg="add mod">
          <ac:chgData name="Bart Wolleswinkel" userId="b168cadc-1825-41ce-b9cc-7c7f06f6f31d" providerId="ADAL" clId="{22248CC1-9068-5BCB-B15B-4353FE48F57D}" dt="2026-01-20T15:22:00.243" v="577" actId="14100"/>
          <ac:cxnSpMkLst>
            <pc:docMk/>
            <pc:sldMk cId="256577611" sldId="270"/>
            <ac:cxnSpMk id="92" creationId="{AC906DF5-25D2-4741-1F9E-1C7210074890}"/>
          </ac:cxnSpMkLst>
        </pc:cxnChg>
        <pc:cxnChg chg="add mod">
          <ac:chgData name="Bart Wolleswinkel" userId="b168cadc-1825-41ce-b9cc-7c7f06f6f31d" providerId="ADAL" clId="{22248CC1-9068-5BCB-B15B-4353FE48F57D}" dt="2026-01-20T15:22:06.949" v="580" actId="14100"/>
          <ac:cxnSpMkLst>
            <pc:docMk/>
            <pc:sldMk cId="256577611" sldId="270"/>
            <ac:cxnSpMk id="95" creationId="{53A879BC-5171-3628-05E5-155C343318DA}"/>
          </ac:cxnSpMkLst>
        </pc:cxnChg>
      </pc:sldChg>
      <pc:sldChg chg="addSp delSp modSp add mod">
        <pc:chgData name="Bart Wolleswinkel" userId="b168cadc-1825-41ce-b9cc-7c7f06f6f31d" providerId="ADAL" clId="{22248CC1-9068-5BCB-B15B-4353FE48F57D}" dt="2026-01-22T20:52:25.773" v="1096" actId="14100"/>
        <pc:sldMkLst>
          <pc:docMk/>
          <pc:sldMk cId="1347576788" sldId="271"/>
        </pc:sldMkLst>
        <pc:spChg chg="add mod">
          <ac:chgData name="Bart Wolleswinkel" userId="b168cadc-1825-41ce-b9cc-7c7f06f6f31d" providerId="ADAL" clId="{22248CC1-9068-5BCB-B15B-4353FE48F57D}" dt="2026-01-22T19:38:05.319" v="890" actId="1076"/>
          <ac:spMkLst>
            <pc:docMk/>
            <pc:sldMk cId="1347576788" sldId="271"/>
            <ac:spMk id="2" creationId="{0938DED3-CA50-89A8-C70E-0185566AC265}"/>
          </ac:spMkLst>
        </pc:spChg>
        <pc:spChg chg="add mod">
          <ac:chgData name="Bart Wolleswinkel" userId="b168cadc-1825-41ce-b9cc-7c7f06f6f31d" providerId="ADAL" clId="{22248CC1-9068-5BCB-B15B-4353FE48F57D}" dt="2026-01-22T19:38:05.028" v="889" actId="1076"/>
          <ac:spMkLst>
            <pc:docMk/>
            <pc:sldMk cId="1347576788" sldId="271"/>
            <ac:spMk id="3" creationId="{990779B6-0A67-37AE-3B4F-FF66FC092213}"/>
          </ac:spMkLst>
        </pc:spChg>
        <pc:spChg chg="mod">
          <ac:chgData name="Bart Wolleswinkel" userId="b168cadc-1825-41ce-b9cc-7c7f06f6f31d" providerId="ADAL" clId="{22248CC1-9068-5BCB-B15B-4353FE48F57D}" dt="2026-01-22T19:38:05.647" v="891" actId="1076"/>
          <ac:spMkLst>
            <pc:docMk/>
            <pc:sldMk cId="1347576788" sldId="271"/>
            <ac:spMk id="4" creationId="{74239BA9-D75B-9AB6-76A4-05F83029DF75}"/>
          </ac:spMkLst>
        </pc:spChg>
        <pc:spChg chg="add mod">
          <ac:chgData name="Bart Wolleswinkel" userId="b168cadc-1825-41ce-b9cc-7c7f06f6f31d" providerId="ADAL" clId="{22248CC1-9068-5BCB-B15B-4353FE48F57D}" dt="2026-01-22T19:38:15.859" v="893" actId="14100"/>
          <ac:spMkLst>
            <pc:docMk/>
            <pc:sldMk cId="1347576788" sldId="271"/>
            <ac:spMk id="5" creationId="{355F02D5-6FEE-90CA-7919-6CB6CB9DEA05}"/>
          </ac:spMkLst>
        </pc:spChg>
        <pc:spChg chg="add mod">
          <ac:chgData name="Bart Wolleswinkel" userId="b168cadc-1825-41ce-b9cc-7c7f06f6f31d" providerId="ADAL" clId="{22248CC1-9068-5BCB-B15B-4353FE48F57D}" dt="2026-01-22T19:08:09.287" v="829" actId="1076"/>
          <ac:spMkLst>
            <pc:docMk/>
            <pc:sldMk cId="1347576788" sldId="271"/>
            <ac:spMk id="6" creationId="{931BB41D-7A13-B414-C065-73EA6FA1AC70}"/>
          </ac:spMkLst>
        </pc:spChg>
        <pc:spChg chg="del">
          <ac:chgData name="Bart Wolleswinkel" userId="b168cadc-1825-41ce-b9cc-7c7f06f6f31d" providerId="ADAL" clId="{22248CC1-9068-5BCB-B15B-4353FE48F57D}" dt="2026-01-22T17:46:42.596" v="634" actId="478"/>
          <ac:spMkLst>
            <pc:docMk/>
            <pc:sldMk cId="1347576788" sldId="271"/>
            <ac:spMk id="7" creationId="{996DF195-E494-A9F3-6634-6D503AC023F5}"/>
          </ac:spMkLst>
        </pc:spChg>
        <pc:spChg chg="add mod">
          <ac:chgData name="Bart Wolleswinkel" userId="b168cadc-1825-41ce-b9cc-7c7f06f6f31d" providerId="ADAL" clId="{22248CC1-9068-5BCB-B15B-4353FE48F57D}" dt="2026-01-22T19:38:19.575" v="894" actId="1076"/>
          <ac:spMkLst>
            <pc:docMk/>
            <pc:sldMk cId="1347576788" sldId="271"/>
            <ac:spMk id="11" creationId="{C6ACE020-A259-1934-55F2-4CE79D02C4B4}"/>
          </ac:spMkLst>
        </pc:spChg>
        <pc:spChg chg="del">
          <ac:chgData name="Bart Wolleswinkel" userId="b168cadc-1825-41ce-b9cc-7c7f06f6f31d" providerId="ADAL" clId="{22248CC1-9068-5BCB-B15B-4353FE48F57D}" dt="2026-01-22T17:46:42.596" v="634" actId="478"/>
          <ac:spMkLst>
            <pc:docMk/>
            <pc:sldMk cId="1347576788" sldId="271"/>
            <ac:spMk id="13" creationId="{12DE40A8-D6D9-05D6-575C-1222BC0C4E1B}"/>
          </ac:spMkLst>
        </pc:spChg>
        <pc:spChg chg="del">
          <ac:chgData name="Bart Wolleswinkel" userId="b168cadc-1825-41ce-b9cc-7c7f06f6f31d" providerId="ADAL" clId="{22248CC1-9068-5BCB-B15B-4353FE48F57D}" dt="2026-01-22T17:46:42.596" v="634" actId="478"/>
          <ac:spMkLst>
            <pc:docMk/>
            <pc:sldMk cId="1347576788" sldId="271"/>
            <ac:spMk id="17" creationId="{7AD746A6-B8F9-9504-9E63-916155DA135A}"/>
          </ac:spMkLst>
        </pc:spChg>
        <pc:spChg chg="add mod">
          <ac:chgData name="Bart Wolleswinkel" userId="b168cadc-1825-41ce-b9cc-7c7f06f6f31d" providerId="ADAL" clId="{22248CC1-9068-5BCB-B15B-4353FE48F57D}" dt="2026-01-22T19:38:19.575" v="894" actId="1076"/>
          <ac:spMkLst>
            <pc:docMk/>
            <pc:sldMk cId="1347576788" sldId="271"/>
            <ac:spMk id="18" creationId="{712B5FDE-FD9E-0112-EBBE-142609D7BDE0}"/>
          </ac:spMkLst>
        </pc:spChg>
        <pc:spChg chg="add mod">
          <ac:chgData name="Bart Wolleswinkel" userId="b168cadc-1825-41ce-b9cc-7c7f06f6f31d" providerId="ADAL" clId="{22248CC1-9068-5BCB-B15B-4353FE48F57D}" dt="2026-01-22T19:08:09.287" v="829" actId="1076"/>
          <ac:spMkLst>
            <pc:docMk/>
            <pc:sldMk cId="1347576788" sldId="271"/>
            <ac:spMk id="19" creationId="{1F14A250-FE7D-C8C0-82E9-33EF1582A13E}"/>
          </ac:spMkLst>
        </pc:spChg>
        <pc:spChg chg="add mod">
          <ac:chgData name="Bart Wolleswinkel" userId="b168cadc-1825-41ce-b9cc-7c7f06f6f31d" providerId="ADAL" clId="{22248CC1-9068-5BCB-B15B-4353FE48F57D}" dt="2026-01-22T20:39:26.613" v="1002" actId="1076"/>
          <ac:spMkLst>
            <pc:docMk/>
            <pc:sldMk cId="1347576788" sldId="271"/>
            <ac:spMk id="21" creationId="{6CAC6041-E093-680D-99E8-F70FAD2F43A0}"/>
          </ac:spMkLst>
        </pc:spChg>
        <pc:spChg chg="del">
          <ac:chgData name="Bart Wolleswinkel" userId="b168cadc-1825-41ce-b9cc-7c7f06f6f31d" providerId="ADAL" clId="{22248CC1-9068-5BCB-B15B-4353FE48F57D}" dt="2026-01-22T17:46:42.596" v="634" actId="478"/>
          <ac:spMkLst>
            <pc:docMk/>
            <pc:sldMk cId="1347576788" sldId="271"/>
            <ac:spMk id="22" creationId="{E21BDD93-43AC-1BE7-710D-49AE24081EE4}"/>
          </ac:spMkLst>
        </pc:spChg>
        <pc:spChg chg="del">
          <ac:chgData name="Bart Wolleswinkel" userId="b168cadc-1825-41ce-b9cc-7c7f06f6f31d" providerId="ADAL" clId="{22248CC1-9068-5BCB-B15B-4353FE48F57D}" dt="2026-01-22T17:46:42.596" v="634" actId="478"/>
          <ac:spMkLst>
            <pc:docMk/>
            <pc:sldMk cId="1347576788" sldId="271"/>
            <ac:spMk id="23" creationId="{4F549796-B7B2-F503-C150-50CED5B22272}"/>
          </ac:spMkLst>
        </pc:spChg>
        <pc:spChg chg="add del mod">
          <ac:chgData name="Bart Wolleswinkel" userId="b168cadc-1825-41ce-b9cc-7c7f06f6f31d" providerId="ADAL" clId="{22248CC1-9068-5BCB-B15B-4353FE48F57D}" dt="2026-01-22T19:01:18.558" v="717" actId="478"/>
          <ac:spMkLst>
            <pc:docMk/>
            <pc:sldMk cId="1347576788" sldId="271"/>
            <ac:spMk id="24" creationId="{E0AB0993-DD12-FF2D-A417-24C16B39BC1A}"/>
          </ac:spMkLst>
        </pc:spChg>
        <pc:spChg chg="del">
          <ac:chgData name="Bart Wolleswinkel" userId="b168cadc-1825-41ce-b9cc-7c7f06f6f31d" providerId="ADAL" clId="{22248CC1-9068-5BCB-B15B-4353FE48F57D}" dt="2026-01-22T17:46:42.596" v="634" actId="478"/>
          <ac:spMkLst>
            <pc:docMk/>
            <pc:sldMk cId="1347576788" sldId="271"/>
            <ac:spMk id="28" creationId="{C9B03FD5-6565-3554-AC8E-EDFBD0F5BEF1}"/>
          </ac:spMkLst>
        </pc:spChg>
        <pc:spChg chg="del">
          <ac:chgData name="Bart Wolleswinkel" userId="b168cadc-1825-41ce-b9cc-7c7f06f6f31d" providerId="ADAL" clId="{22248CC1-9068-5BCB-B15B-4353FE48F57D}" dt="2026-01-22T17:46:42.596" v="634" actId="478"/>
          <ac:spMkLst>
            <pc:docMk/>
            <pc:sldMk cId="1347576788" sldId="271"/>
            <ac:spMk id="30" creationId="{50CA57B1-10F5-97B7-4428-F52122FDB074}"/>
          </ac:spMkLst>
        </pc:spChg>
        <pc:spChg chg="del">
          <ac:chgData name="Bart Wolleswinkel" userId="b168cadc-1825-41ce-b9cc-7c7f06f6f31d" providerId="ADAL" clId="{22248CC1-9068-5BCB-B15B-4353FE48F57D}" dt="2026-01-22T17:46:42.596" v="634" actId="478"/>
          <ac:spMkLst>
            <pc:docMk/>
            <pc:sldMk cId="1347576788" sldId="271"/>
            <ac:spMk id="31" creationId="{E2AF1880-9C60-9771-0076-905347D252ED}"/>
          </ac:spMkLst>
        </pc:spChg>
        <pc:spChg chg="del">
          <ac:chgData name="Bart Wolleswinkel" userId="b168cadc-1825-41ce-b9cc-7c7f06f6f31d" providerId="ADAL" clId="{22248CC1-9068-5BCB-B15B-4353FE48F57D}" dt="2026-01-22T17:46:42.596" v="634" actId="478"/>
          <ac:spMkLst>
            <pc:docMk/>
            <pc:sldMk cId="1347576788" sldId="271"/>
            <ac:spMk id="36" creationId="{AEA3F883-7A4D-437A-3438-0668230B6C38}"/>
          </ac:spMkLst>
        </pc:spChg>
        <pc:spChg chg="add del">
          <ac:chgData name="Bart Wolleswinkel" userId="b168cadc-1825-41ce-b9cc-7c7f06f6f31d" providerId="ADAL" clId="{22248CC1-9068-5BCB-B15B-4353FE48F57D}" dt="2026-01-22T19:38:43.217" v="901" actId="22"/>
          <ac:spMkLst>
            <pc:docMk/>
            <pc:sldMk cId="1347576788" sldId="271"/>
            <ac:spMk id="37" creationId="{AE2C59CC-AA56-50EC-2642-E3CB32B921FE}"/>
          </ac:spMkLst>
        </pc:spChg>
        <pc:spChg chg="add mod">
          <ac:chgData name="Bart Wolleswinkel" userId="b168cadc-1825-41ce-b9cc-7c7f06f6f31d" providerId="ADAL" clId="{22248CC1-9068-5BCB-B15B-4353FE48F57D}" dt="2026-01-22T20:44:00.937" v="1013" actId="122"/>
          <ac:spMkLst>
            <pc:docMk/>
            <pc:sldMk cId="1347576788" sldId="271"/>
            <ac:spMk id="38" creationId="{739A3E2D-E5AF-E4C0-72EC-88CE99C33472}"/>
          </ac:spMkLst>
        </pc:spChg>
        <pc:spChg chg="del">
          <ac:chgData name="Bart Wolleswinkel" userId="b168cadc-1825-41ce-b9cc-7c7f06f6f31d" providerId="ADAL" clId="{22248CC1-9068-5BCB-B15B-4353FE48F57D}" dt="2026-01-22T17:46:42.596" v="634" actId="478"/>
          <ac:spMkLst>
            <pc:docMk/>
            <pc:sldMk cId="1347576788" sldId="271"/>
            <ac:spMk id="39" creationId="{E1B7EF88-1CFA-D89E-CAA9-D2EAD8C74BD9}"/>
          </ac:spMkLst>
        </pc:spChg>
        <pc:spChg chg="add del mod">
          <ac:chgData name="Bart Wolleswinkel" userId="b168cadc-1825-41ce-b9cc-7c7f06f6f31d" providerId="ADAL" clId="{22248CC1-9068-5BCB-B15B-4353FE48F57D}" dt="2026-01-22T19:38:56.094" v="907" actId="478"/>
          <ac:spMkLst>
            <pc:docMk/>
            <pc:sldMk cId="1347576788" sldId="271"/>
            <ac:spMk id="41" creationId="{3035F274-4EB1-7F7B-462C-DB0216CD0E07}"/>
          </ac:spMkLst>
        </pc:spChg>
        <pc:spChg chg="add mod">
          <ac:chgData name="Bart Wolleswinkel" userId="b168cadc-1825-41ce-b9cc-7c7f06f6f31d" providerId="ADAL" clId="{22248CC1-9068-5BCB-B15B-4353FE48F57D}" dt="2026-01-22T20:49:05.149" v="1064" actId="1076"/>
          <ac:spMkLst>
            <pc:docMk/>
            <pc:sldMk cId="1347576788" sldId="271"/>
            <ac:spMk id="42" creationId="{1C971336-8201-3048-7B2C-AEFDF793E926}"/>
          </ac:spMkLst>
        </pc:spChg>
        <pc:spChg chg="add mod">
          <ac:chgData name="Bart Wolleswinkel" userId="b168cadc-1825-41ce-b9cc-7c7f06f6f31d" providerId="ADAL" clId="{22248CC1-9068-5BCB-B15B-4353FE48F57D}" dt="2026-01-22T20:49:05.149" v="1064" actId="1076"/>
          <ac:spMkLst>
            <pc:docMk/>
            <pc:sldMk cId="1347576788" sldId="271"/>
            <ac:spMk id="43" creationId="{9CE237E0-7541-4EDD-0214-EF461A5CCCD8}"/>
          </ac:spMkLst>
        </pc:spChg>
        <pc:spChg chg="del">
          <ac:chgData name="Bart Wolleswinkel" userId="b168cadc-1825-41ce-b9cc-7c7f06f6f31d" providerId="ADAL" clId="{22248CC1-9068-5BCB-B15B-4353FE48F57D}" dt="2026-01-22T17:46:39.566" v="633" actId="478"/>
          <ac:spMkLst>
            <pc:docMk/>
            <pc:sldMk cId="1347576788" sldId="271"/>
            <ac:spMk id="44" creationId="{85510034-573F-461A-F0B0-41C59B3E3B03}"/>
          </ac:spMkLst>
        </pc:spChg>
        <pc:spChg chg="add mod">
          <ac:chgData name="Bart Wolleswinkel" userId="b168cadc-1825-41ce-b9cc-7c7f06f6f31d" providerId="ADAL" clId="{22248CC1-9068-5BCB-B15B-4353FE48F57D}" dt="2026-01-22T20:52:25.773" v="1096" actId="14100"/>
          <ac:spMkLst>
            <pc:docMk/>
            <pc:sldMk cId="1347576788" sldId="271"/>
            <ac:spMk id="46" creationId="{4F51D9F7-C37B-68AE-FB72-B6573F7D35CE}"/>
          </ac:spMkLst>
        </pc:spChg>
        <pc:spChg chg="add mod">
          <ac:chgData name="Bart Wolleswinkel" userId="b168cadc-1825-41ce-b9cc-7c7f06f6f31d" providerId="ADAL" clId="{22248CC1-9068-5BCB-B15B-4353FE48F57D}" dt="2026-01-22T20:49:23.205" v="1070" actId="20577"/>
          <ac:spMkLst>
            <pc:docMk/>
            <pc:sldMk cId="1347576788" sldId="271"/>
            <ac:spMk id="47" creationId="{547A3D8A-AF7C-2AEF-6CF5-2CF8CE723787}"/>
          </ac:spMkLst>
        </pc:spChg>
        <pc:spChg chg="del">
          <ac:chgData name="Bart Wolleswinkel" userId="b168cadc-1825-41ce-b9cc-7c7f06f6f31d" providerId="ADAL" clId="{22248CC1-9068-5BCB-B15B-4353FE48F57D}" dt="2026-01-22T17:46:39.566" v="633" actId="478"/>
          <ac:spMkLst>
            <pc:docMk/>
            <pc:sldMk cId="1347576788" sldId="271"/>
            <ac:spMk id="48" creationId="{C0ABAE37-F87E-C3E2-5A99-F549A85706FB}"/>
          </ac:spMkLst>
        </pc:spChg>
        <pc:spChg chg="del">
          <ac:chgData name="Bart Wolleswinkel" userId="b168cadc-1825-41ce-b9cc-7c7f06f6f31d" providerId="ADAL" clId="{22248CC1-9068-5BCB-B15B-4353FE48F57D}" dt="2026-01-22T17:46:39.566" v="633" actId="478"/>
          <ac:spMkLst>
            <pc:docMk/>
            <pc:sldMk cId="1347576788" sldId="271"/>
            <ac:spMk id="52" creationId="{2FADDAA7-B93B-228C-EDAE-9B6F0570EA41}"/>
          </ac:spMkLst>
        </pc:spChg>
        <pc:spChg chg="del">
          <ac:chgData name="Bart Wolleswinkel" userId="b168cadc-1825-41ce-b9cc-7c7f06f6f31d" providerId="ADAL" clId="{22248CC1-9068-5BCB-B15B-4353FE48F57D}" dt="2026-01-22T17:46:39.566" v="633" actId="478"/>
          <ac:spMkLst>
            <pc:docMk/>
            <pc:sldMk cId="1347576788" sldId="271"/>
            <ac:spMk id="53" creationId="{E1A3F323-3475-E317-FC63-00FFC9269D9C}"/>
          </ac:spMkLst>
        </pc:spChg>
        <pc:spChg chg="del">
          <ac:chgData name="Bart Wolleswinkel" userId="b168cadc-1825-41ce-b9cc-7c7f06f6f31d" providerId="ADAL" clId="{22248CC1-9068-5BCB-B15B-4353FE48F57D}" dt="2026-01-22T17:46:39.566" v="633" actId="478"/>
          <ac:spMkLst>
            <pc:docMk/>
            <pc:sldMk cId="1347576788" sldId="271"/>
            <ac:spMk id="54" creationId="{025B123F-EA9F-082C-B2B3-8BD8C74DB3F6}"/>
          </ac:spMkLst>
        </pc:spChg>
        <pc:spChg chg="del">
          <ac:chgData name="Bart Wolleswinkel" userId="b168cadc-1825-41ce-b9cc-7c7f06f6f31d" providerId="ADAL" clId="{22248CC1-9068-5BCB-B15B-4353FE48F57D}" dt="2026-01-22T17:46:39.566" v="633" actId="478"/>
          <ac:spMkLst>
            <pc:docMk/>
            <pc:sldMk cId="1347576788" sldId="271"/>
            <ac:spMk id="55" creationId="{EF134367-8DB1-859B-AE55-3134BADB0C24}"/>
          </ac:spMkLst>
        </pc:spChg>
        <pc:spChg chg="del">
          <ac:chgData name="Bart Wolleswinkel" userId="b168cadc-1825-41ce-b9cc-7c7f06f6f31d" providerId="ADAL" clId="{22248CC1-9068-5BCB-B15B-4353FE48F57D}" dt="2026-01-22T17:46:39.566" v="633" actId="478"/>
          <ac:spMkLst>
            <pc:docMk/>
            <pc:sldMk cId="1347576788" sldId="271"/>
            <ac:spMk id="56" creationId="{C897BE3F-D336-A031-5960-2212D7796533}"/>
          </ac:spMkLst>
        </pc:spChg>
        <pc:spChg chg="del">
          <ac:chgData name="Bart Wolleswinkel" userId="b168cadc-1825-41ce-b9cc-7c7f06f6f31d" providerId="ADAL" clId="{22248CC1-9068-5BCB-B15B-4353FE48F57D}" dt="2026-01-22T17:46:39.566" v="633" actId="478"/>
          <ac:spMkLst>
            <pc:docMk/>
            <pc:sldMk cId="1347576788" sldId="271"/>
            <ac:spMk id="60" creationId="{B1B9943F-E181-78AE-B73C-860F4DA9668B}"/>
          </ac:spMkLst>
        </pc:spChg>
        <pc:spChg chg="del">
          <ac:chgData name="Bart Wolleswinkel" userId="b168cadc-1825-41ce-b9cc-7c7f06f6f31d" providerId="ADAL" clId="{22248CC1-9068-5BCB-B15B-4353FE48F57D}" dt="2026-01-22T17:46:39.566" v="633" actId="478"/>
          <ac:spMkLst>
            <pc:docMk/>
            <pc:sldMk cId="1347576788" sldId="271"/>
            <ac:spMk id="65" creationId="{68E58784-273F-DBC0-88A2-BB22D94EF3A5}"/>
          </ac:spMkLst>
        </pc:spChg>
        <pc:spChg chg="del">
          <ac:chgData name="Bart Wolleswinkel" userId="b168cadc-1825-41ce-b9cc-7c7f06f6f31d" providerId="ADAL" clId="{22248CC1-9068-5BCB-B15B-4353FE48F57D}" dt="2026-01-22T17:46:39.566" v="633" actId="478"/>
          <ac:spMkLst>
            <pc:docMk/>
            <pc:sldMk cId="1347576788" sldId="271"/>
            <ac:spMk id="98" creationId="{8CE92594-479C-86C1-22F5-E7D0FF3E3201}"/>
          </ac:spMkLst>
        </pc:spChg>
        <pc:cxnChg chg="add del mod">
          <ac:chgData name="Bart Wolleswinkel" userId="b168cadc-1825-41ce-b9cc-7c7f06f6f31d" providerId="ADAL" clId="{22248CC1-9068-5BCB-B15B-4353FE48F57D}" dt="2026-01-22T19:38:15.859" v="893" actId="14100"/>
          <ac:cxnSpMkLst>
            <pc:docMk/>
            <pc:sldMk cId="1347576788" sldId="271"/>
            <ac:cxnSpMk id="10" creationId="{6AD86F23-68E8-944E-E570-576EF619FD47}"/>
          </ac:cxnSpMkLst>
        </pc:cxn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5266C6-DF1F-216D-341F-2411E17DAE0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9872B93-08DC-26BF-D14B-1C3A518D3C6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3FAF1C-4437-09F0-D87F-0B1B878EB6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8718F5-1E4A-7D42-8173-5979EE6FBC1A}" type="datetimeFigureOut">
              <a:rPr lang="en-US" smtClean="0"/>
              <a:t>1/22/26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4467C6-CD35-4C94-F06E-5529911716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19D6DE-8481-DE95-3524-8314E91D9B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43422D-A3EC-CA4C-B7FA-7308ED4C0F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3237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88DFA0-91D8-AA55-11E2-CFF0631CF2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8EA3F8-B5B0-CB49-C40F-351D7E66D4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A328C5-AF80-78AE-7032-5F39FA84B9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8718F5-1E4A-7D42-8173-5979EE6FBC1A}" type="datetimeFigureOut">
              <a:rPr lang="en-US" smtClean="0"/>
              <a:t>1/22/26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CE8398-9AB0-D487-7A36-FF9F166B8F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4A1A38-9E3C-EB91-4C55-9EEE64C660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43422D-A3EC-CA4C-B7FA-7308ED4C0F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36329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88C851-38A2-964E-6EF0-DCEAB549C4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8928670-5CCA-827B-E668-0571EBF4286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551A8D-727C-CBB7-7FD0-D201548372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8718F5-1E4A-7D42-8173-5979EE6FBC1A}" type="datetimeFigureOut">
              <a:rPr lang="en-US" smtClean="0"/>
              <a:t>1/22/26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E645E1-53F6-F659-02CF-D182077BCC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E010C4-63E6-892A-8091-9001B0D233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43422D-A3EC-CA4C-B7FA-7308ED4C0F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5765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6C64DE-14DC-105C-17F8-57F2CCE058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B1DDF3-4C46-1380-4E8B-5D7F7269D2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24C25F9-B01A-1FF1-2867-C6D728CF310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B69CAD7-715A-C255-092B-984674F87A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8718F5-1E4A-7D42-8173-5979EE6FBC1A}" type="datetimeFigureOut">
              <a:rPr lang="en-US" smtClean="0"/>
              <a:t>1/22/26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26B7EC5-AB7D-9413-FC4C-EAF79EF2A2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59D496-C7C1-970F-D725-6A50D625EE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43422D-A3EC-CA4C-B7FA-7308ED4C0F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78547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86A6BA-5D39-31CB-D46B-B7EB057837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F3B8AC-96EE-0E07-44E0-B3A99B3263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BE6915B-0208-9E3E-82BD-F22272CF8F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1BFA486-DF7A-BC23-B726-CA20A958E4A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84BAC07-D651-068D-330A-67152BC94D7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77148E4-DEE9-5940-7B7B-E5C59B7795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8718F5-1E4A-7D42-8173-5979EE6FBC1A}" type="datetimeFigureOut">
              <a:rPr lang="en-US" smtClean="0"/>
              <a:t>1/22/26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FB6EF22-4BD1-BB6F-F8DD-895BBDB7E7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E879C62-0E11-3915-C048-33D4CC3D6C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43422D-A3EC-CA4C-B7FA-7308ED4C0F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31189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4BF1FC-89C8-B745-F181-4EC2CA862C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47506F3-763F-AE9E-1516-C57F832B1D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8718F5-1E4A-7D42-8173-5979EE6FBC1A}" type="datetimeFigureOut">
              <a:rPr lang="en-US" smtClean="0"/>
              <a:t>1/22/26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FB29D14-FC67-2B22-EFA5-C139B792C1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F14BEB1-4CE0-45EB-47C8-B991F2D574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43422D-A3EC-CA4C-B7FA-7308ED4C0F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61541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36476EF-61A1-3BD0-0F76-941A005645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8718F5-1E4A-7D42-8173-5979EE6FBC1A}" type="datetimeFigureOut">
              <a:rPr lang="en-US" smtClean="0"/>
              <a:t>1/22/26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8DD8582-512A-3A25-B6E9-A681C29FE8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7A2B84-2606-DDF4-AB75-60B5C14B2C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43422D-A3EC-CA4C-B7FA-7308ED4C0F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07003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CE3897-3148-148D-D79B-9DBEE233AF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274C7B-5CF9-8490-439A-3F5E93E70A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FC0D746-884F-81CA-3181-102D372043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571C4A-A5C7-C34E-0FB3-A3722085EF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8718F5-1E4A-7D42-8173-5979EE6FBC1A}" type="datetimeFigureOut">
              <a:rPr lang="en-US" smtClean="0"/>
              <a:t>1/22/26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0987CCA-72DC-749A-21F0-3A15A06783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DD2A0DD-65FB-0D6F-73F0-B7897EE01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43422D-A3EC-CA4C-B7FA-7308ED4C0F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05715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4826FB-4C4B-F598-BF8E-8B60C6426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CDCE053-CA85-8E71-A404-785F7B05903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8FF2738-3D96-1D9B-8225-9DDEA557DB5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58A287B-79D3-4627-6026-592FE4A785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8718F5-1E4A-7D42-8173-5979EE6FBC1A}" type="datetimeFigureOut">
              <a:rPr lang="en-US" smtClean="0"/>
              <a:t>1/22/26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770BBDA-3CB9-FD8F-3D72-9F75BDD3BD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F5EAFEF-B963-6B2E-1E0C-0AA140999C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43422D-A3EC-CA4C-B7FA-7308ED4C0F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66330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1AC2E8-2615-6D69-1FB4-C71C6E9D50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495976D-2367-EC61-87D0-AEAF0C8E334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F5B3B7-EF43-4B84-E7C8-0F16CD3AF4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8718F5-1E4A-7D42-8173-5979EE6FBC1A}" type="datetimeFigureOut">
              <a:rPr lang="en-US" smtClean="0"/>
              <a:t>1/22/26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3B1169-E005-E32D-6C3C-60CC0ED7F1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359F8F-2FDF-8BE9-1197-E75A29E6E2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43422D-A3EC-CA4C-B7FA-7308ED4C0F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07000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DAFFFD0-C819-AF80-D8E1-60FA1F7681E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499A07B-DD6F-17CB-737D-D18E0F478E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DAC1CA-707F-6A18-CEFE-D1EE34FD5A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8718F5-1E4A-7D42-8173-5979EE6FBC1A}" type="datetimeFigureOut">
              <a:rPr lang="en-US" smtClean="0"/>
              <a:t>1/22/26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37669C-B4C1-391F-E522-464B8724FD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59F461-29ED-A9DD-0E25-0095834FF0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43422D-A3EC-CA4C-B7FA-7308ED4C0F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52082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F87B60F-64C4-2891-D1F4-7291C32ED9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9551CC7-6D44-FFAD-3183-6EF3B802EE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C0F536-029E-0F55-0D7F-08C6198F56B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B8718F5-1E4A-7D42-8173-5979EE6FBC1A}" type="datetimeFigureOut">
              <a:rPr lang="en-US" smtClean="0"/>
              <a:t>1/22/26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B27D0B-029B-AC43-8DD3-10D86CB77F9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39CF72-3DE5-ED3E-0860-C1133DE613F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043422D-A3EC-CA4C-B7FA-7308ED4C0F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29324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592D63-90DE-8FC5-4122-5EC6AA7A9F3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noProof="0" dirty="0"/>
              <a:t>…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A477E22-FC94-A274-DB4C-78FF84838B9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noProof="0" dirty="0"/>
              <a:t>A control-oriented Python package emulation numeric </a:t>
            </a:r>
            <a:r>
              <a:rPr lang="en-US" noProof="0"/>
              <a:t>types for </a:t>
            </a:r>
            <a:r>
              <a:rPr lang="en-US" noProof="0" dirty="0"/>
              <a:t>polytopes, ellipsoids, and subspaces.</a:t>
            </a:r>
          </a:p>
        </p:txBody>
      </p:sp>
    </p:spTree>
    <p:extLst>
      <p:ext uri="{BB962C8B-B14F-4D97-AF65-F5344CB8AC3E}">
        <p14:creationId xmlns:p14="http://schemas.microsoft.com/office/powerpoint/2010/main" val="25630345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5322A1-3F24-5966-98FF-CCC04F2C0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Features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46C9C2-D843-DBB7-0F72-B9A8EAC845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noProof="0" dirty="0"/>
              <a:t>Numeric Type Emulation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noProof="0" dirty="0"/>
              <a:t>Visualization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noProof="0" dirty="0"/>
              <a:t>H-representation and V-representation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noProof="0" dirty="0"/>
              <a:t>Degeneracy</a:t>
            </a:r>
          </a:p>
          <a:p>
            <a:pPr marL="514350" indent="-514350">
              <a:buFont typeface="+mj-lt"/>
              <a:buAutoNum type="arabicPeriod"/>
            </a:pPr>
            <a:r>
              <a:rPr lang="en-US" noProof="0" dirty="0"/>
              <a:t>Inter-object integration </a:t>
            </a:r>
          </a:p>
          <a:p>
            <a:pPr marL="514350" indent="-514350">
              <a:buFont typeface="+mj-lt"/>
              <a:buAutoNum type="arabicPeriod"/>
            </a:pPr>
            <a:r>
              <a:rPr lang="en-US" noProof="0" dirty="0"/>
              <a:t>Third-party integration (matplotlib/</a:t>
            </a:r>
            <a:r>
              <a:rPr lang="en-US" noProof="0" dirty="0" err="1"/>
              <a:t>cvxpy</a:t>
            </a:r>
            <a:r>
              <a:rPr lang="en-US" noProof="0" dirty="0"/>
              <a:t>)</a:t>
            </a:r>
          </a:p>
          <a:p>
            <a:pPr marL="514350" indent="-514350">
              <a:buFont typeface="+mj-lt"/>
              <a:buAutoNum type="arabicPeriod"/>
            </a:pPr>
            <a:r>
              <a:rPr lang="en-US" noProof="0" dirty="0"/>
              <a:t>Lazy evaluation/loading</a:t>
            </a:r>
          </a:p>
          <a:p>
            <a:pPr marL="514350" indent="-514350">
              <a:buFont typeface="+mj-lt"/>
              <a:buAutoNum type="arabicPeriod"/>
            </a:pPr>
            <a:endParaRPr lang="en-US" noProof="0" dirty="0"/>
          </a:p>
          <a:p>
            <a:pPr marL="514350" indent="-514350">
              <a:buFont typeface="+mj-lt"/>
              <a:buAutoNum type="arabicPeriod"/>
            </a:pPr>
            <a:endParaRPr lang="en-US" noProof="0" dirty="0"/>
          </a:p>
          <a:p>
            <a:pPr marL="514350" indent="-514350">
              <a:buFont typeface="+mj-lt"/>
              <a:buAutoNum type="arabicPeriod"/>
            </a:pP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40487318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C236BF-95E1-F4FB-37F4-A1D55E07AD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1. Numeric Type Emulation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D90F78-7166-DF2C-BEAC-09EF4A18C3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noProof="0" dirty="0"/>
              <a:t>Math operators write like code</a:t>
            </a:r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pPr marL="0" indent="0">
              <a:buNone/>
            </a:pPr>
            <a:endParaRPr lang="en-US" noProof="0" dirty="0"/>
          </a:p>
          <a:p>
            <a:r>
              <a:rPr lang="en-US" noProof="0" dirty="0"/>
              <a:t>Goal: To write your code as you would write your math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ECDD0C5-142A-CDEC-B724-26BF17CCC1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5507" y="2514094"/>
            <a:ext cx="5660985" cy="110848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A61BDEB-E2F2-534E-902A-D87308EB78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68749" y="3622580"/>
            <a:ext cx="4254500" cy="170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73746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E436EB-8D90-2618-CCDC-6487BAD704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0E83CB-22A8-0ED0-9666-D21F165B1D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1. Numeric Type Emulation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CF66623-CE24-406B-437E-DC489FDF428B}"/>
              </a:ext>
            </a:extLst>
          </p:cNvPr>
          <p:cNvGrpSpPr/>
          <p:nvPr/>
        </p:nvGrpSpPr>
        <p:grpSpPr>
          <a:xfrm>
            <a:off x="1911354" y="1864308"/>
            <a:ext cx="8369291" cy="4802187"/>
            <a:chOff x="2432129" y="1690688"/>
            <a:chExt cx="7327740" cy="4204559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AA6F78C-6552-3A17-C0C1-1EBDC7472DC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83617"/>
            <a:stretch>
              <a:fillRect/>
            </a:stretch>
          </p:blipFill>
          <p:spPr>
            <a:xfrm>
              <a:off x="2432130" y="5081286"/>
              <a:ext cx="7327739" cy="813961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645287F6-87E7-36BF-C33B-3DB930596DA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b="31758"/>
            <a:stretch>
              <a:fillRect/>
            </a:stretch>
          </p:blipFill>
          <p:spPr>
            <a:xfrm>
              <a:off x="2432129" y="1690688"/>
              <a:ext cx="7327739" cy="3390598"/>
            </a:xfrm>
            <a:prstGeom prst="rect">
              <a:avLst/>
            </a:prstGeom>
          </p:spPr>
        </p:pic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B6FAC8EF-8918-EB41-FEA6-BB3C2A982922}"/>
              </a:ext>
            </a:extLst>
          </p:cNvPr>
          <p:cNvSpPr txBox="1"/>
          <p:nvPr/>
        </p:nvSpPr>
        <p:spPr>
          <a:xfrm>
            <a:off x="2233915" y="1494976"/>
            <a:ext cx="11792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/>
              <a:t>Operation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7646E99-31A4-D25C-EC3B-1B5E9B55C85A}"/>
              </a:ext>
            </a:extLst>
          </p:cNvPr>
          <p:cNvSpPr txBox="1"/>
          <p:nvPr/>
        </p:nvSpPr>
        <p:spPr>
          <a:xfrm>
            <a:off x="4134092" y="1506022"/>
            <a:ext cx="9322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Symbol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B938114-D7AC-3B42-A8DF-84DBDBD676C8}"/>
              </a:ext>
            </a:extLst>
          </p:cNvPr>
          <p:cNvSpPr txBox="1"/>
          <p:nvPr/>
        </p:nvSpPr>
        <p:spPr>
          <a:xfrm>
            <a:off x="6451231" y="1494976"/>
            <a:ext cx="9476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Method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BF70C75-145D-2974-3B75-43F0D7BFF597}"/>
              </a:ext>
            </a:extLst>
          </p:cNvPr>
          <p:cNvSpPr txBox="1"/>
          <p:nvPr/>
        </p:nvSpPr>
        <p:spPr>
          <a:xfrm>
            <a:off x="8792020" y="1494976"/>
            <a:ext cx="6907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Math</a:t>
            </a:r>
          </a:p>
        </p:txBody>
      </p:sp>
    </p:spTree>
    <p:extLst>
      <p:ext uri="{BB962C8B-B14F-4D97-AF65-F5344CB8AC3E}">
        <p14:creationId xmlns:p14="http://schemas.microsoft.com/office/powerpoint/2010/main" val="25235022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FCCEE4-D9E4-ADB4-69D6-1A39FBC317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014D7B-B72A-2E84-400A-D420433963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2. Visualization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C3002F63-6A3A-2E93-5AD8-FC7A3A5582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US" noProof="0" dirty="0"/>
              <a:t>n = 1</a:t>
            </a:r>
          </a:p>
          <a:p>
            <a:r>
              <a:rPr lang="en-US" noProof="0" dirty="0"/>
              <a:t>n = 2</a:t>
            </a:r>
          </a:p>
          <a:p>
            <a:r>
              <a:rPr lang="en-US" noProof="0" dirty="0"/>
              <a:t>n = 3</a:t>
            </a:r>
          </a:p>
        </p:txBody>
      </p:sp>
      <p:pic>
        <p:nvPicPr>
          <p:cNvPr id="11" name="Picture 10" descr="A graph of a oval in a grid&#10;&#10;AI-generated content may be incorrect.">
            <a:extLst>
              <a:ext uri="{FF2B5EF4-FFF2-40B4-BE49-F238E27FC236}">
                <a16:creationId xmlns:a16="http://schemas.microsoft.com/office/drawing/2014/main" id="{5980309A-2DC5-9F55-F477-85F5CCB85F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3381" y="2753584"/>
            <a:ext cx="2827438" cy="2310224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75D5852F-1D36-5656-AD50-AA6EB80B4829}"/>
              </a:ext>
            </a:extLst>
          </p:cNvPr>
          <p:cNvSpPr txBox="1"/>
          <p:nvPr/>
        </p:nvSpPr>
        <p:spPr>
          <a:xfrm>
            <a:off x="2118845" y="5764044"/>
            <a:ext cx="6874685" cy="646331"/>
          </a:xfrm>
          <a:prstGeom prst="rect">
            <a:avLst/>
          </a:prstGeom>
          <a:solidFill>
            <a:srgbClr val="EC7246"/>
          </a:solidFill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noProof="0" dirty="0">
                <a:solidFill>
                  <a:srgbClr val="FFFFFF"/>
                </a:solidFill>
              </a:rPr>
              <a:t>Challenge: </a:t>
            </a:r>
            <a:r>
              <a:rPr lang="en-US" noProof="0" dirty="0">
                <a:solidFill>
                  <a:srgbClr val="FFFFFF"/>
                </a:solidFill>
              </a:rPr>
              <a:t>Plotting polytopes in 2D/3D requires ‘sorting’ the vertices/associating each vertex with its corresponding halfplane</a:t>
            </a:r>
          </a:p>
        </p:txBody>
      </p:sp>
      <p:pic>
        <p:nvPicPr>
          <p:cNvPr id="13" name="Picture 2">
            <a:extLst>
              <a:ext uri="{FF2B5EF4-FFF2-40B4-BE49-F238E27FC236}">
                <a16:creationId xmlns:a16="http://schemas.microsoft.com/office/drawing/2014/main" id="{A4EFDDD7-DAC3-AF3A-556B-34E5A68449C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313" t="14432" r="8302" b="8890"/>
          <a:stretch>
            <a:fillRect/>
          </a:stretch>
        </p:blipFill>
        <p:spPr bwMode="auto">
          <a:xfrm>
            <a:off x="5289871" y="2753584"/>
            <a:ext cx="2827438" cy="23102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E9BBBD3B-FC34-AA92-AFD2-3FA80FDEBB9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30888" y="2688164"/>
            <a:ext cx="2531279" cy="25763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33481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6D9DF1-4C77-12DC-8531-9927F0AE63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27178D-EA2F-DAD2-E948-C9BB177DF7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2. Visualization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BEAC4FD7-0C6C-443D-C688-EF13A102E1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noProof="0" dirty="0"/>
              <a:t>Also, extensive pretty printing and printing formats for the different classes.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749086B-A3CD-99FB-32A6-02258A07E3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535" y="3015907"/>
            <a:ext cx="4045260" cy="830484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42DA55B1-59FF-500D-AD9D-546017A659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94977" y="4663783"/>
            <a:ext cx="7586849" cy="73718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9B9DAE0-E0F0-AE49-DDCD-4B2898C581F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88402" y="2802550"/>
            <a:ext cx="5082788" cy="1252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73118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2F2BA3-3ADE-0C66-50CF-27866EACFB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92EE6A-AD05-6EA6-1A4A-7EA327C188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3. H-representation and V-representation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C388D0C5-9C20-8EDC-28CB-9D9FA974CA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noProof="0" dirty="0"/>
              <a:t>A polytope can be represented as either an H-representation or a V-representation: upon creation, the other representation is not explicitly computed (because this can be computationally very expensive).</a:t>
            </a:r>
          </a:p>
          <a:p>
            <a:r>
              <a:rPr lang="en-US" noProof="0" dirty="0"/>
              <a:t>Achieved by operator overload of __</a:t>
            </a:r>
            <a:r>
              <a:rPr lang="en-US" noProof="0" dirty="0" err="1"/>
              <a:t>init</a:t>
            </a:r>
            <a:r>
              <a:rPr lang="en-US" noProof="0" dirty="0"/>
              <a:t>__ method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5AB8FC3-8718-3D02-C2DA-DF27B7F4C1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8469" y="4001294"/>
            <a:ext cx="4063678" cy="25439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030103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E502F0-B295-3CBC-0C07-E4C4618F65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C5BDF2-9E97-C703-B53F-458CDBB963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4. Degeneracy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CFC3F66B-5B1C-5DC6-40A2-60B545495C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noProof="0" dirty="0"/>
              <a:t>The package can deal with two types of degeneracy.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27E9B99-D70D-75A2-F074-0FEBC629E012}"/>
              </a:ext>
            </a:extLst>
          </p:cNvPr>
          <p:cNvSpPr txBox="1"/>
          <p:nvPr/>
        </p:nvSpPr>
        <p:spPr>
          <a:xfrm>
            <a:off x="3127432" y="5764044"/>
            <a:ext cx="5937135" cy="646331"/>
          </a:xfrm>
          <a:prstGeom prst="rect">
            <a:avLst/>
          </a:prstGeom>
          <a:solidFill>
            <a:srgbClr val="EC7246"/>
          </a:solidFill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noProof="0" dirty="0">
                <a:solidFill>
                  <a:srgbClr val="FFFFFF"/>
                </a:solidFill>
              </a:rPr>
              <a:t>Challenge: </a:t>
            </a:r>
            <a:r>
              <a:rPr lang="en-US" noProof="0" dirty="0">
                <a:solidFill>
                  <a:srgbClr val="FFFFFF"/>
                </a:solidFill>
              </a:rPr>
              <a:t>There are an increasing number of edge-cases to consider when dealing with degeneracy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61CF6B96-25D7-4892-D46D-18C18B965577}"/>
              </a:ext>
            </a:extLst>
          </p:cNvPr>
          <p:cNvSpPr txBox="1">
            <a:spLocks/>
          </p:cNvSpPr>
          <p:nvPr/>
        </p:nvSpPr>
        <p:spPr>
          <a:xfrm>
            <a:off x="838199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numCol="2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 </a:t>
            </a:r>
          </a:p>
          <a:p>
            <a:r>
              <a:rPr lang="en-US" dirty="0"/>
              <a:t>Type-0 degeneracy </a:t>
            </a:r>
          </a:p>
          <a:p>
            <a:pPr marL="0" indent="0">
              <a:buNone/>
            </a:pPr>
            <a:r>
              <a:rPr lang="en-US" dirty="0"/>
              <a:t>(no volume, ‘flat’)</a:t>
            </a:r>
          </a:p>
          <a:p>
            <a:endParaRPr lang="en-US" dirty="0"/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  <a:p>
            <a:r>
              <a:rPr lang="en-US" dirty="0"/>
              <a:t>Type-∞ degeneracy </a:t>
            </a:r>
          </a:p>
          <a:p>
            <a:pPr marL="0" indent="0">
              <a:buNone/>
            </a:pPr>
            <a:r>
              <a:rPr lang="en-US" dirty="0"/>
              <a:t>(infinite volume, ‘unbounded’)</a:t>
            </a:r>
          </a:p>
        </p:txBody>
      </p:sp>
      <p:pic>
        <p:nvPicPr>
          <p:cNvPr id="10" name="Picture 9" descr="A graph on a piece of paper&#10;&#10;AI-generated content may be incorrect.">
            <a:extLst>
              <a:ext uri="{FF2B5EF4-FFF2-40B4-BE49-F238E27FC236}">
                <a16:creationId xmlns:a16="http://schemas.microsoft.com/office/drawing/2014/main" id="{0CE8FCA6-3C82-445A-1A72-4E866C6438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29375" y="3397774"/>
            <a:ext cx="3858229" cy="2231333"/>
          </a:xfrm>
          <a:prstGeom prst="rect">
            <a:avLst/>
          </a:prstGeom>
        </p:spPr>
      </p:pic>
      <p:pic>
        <p:nvPicPr>
          <p:cNvPr id="12" name="Picture 11" descr="A graph on a piece of paper&#10;&#10;AI-generated content may be incorrect.">
            <a:extLst>
              <a:ext uri="{FF2B5EF4-FFF2-40B4-BE49-F238E27FC236}">
                <a16:creationId xmlns:a16="http://schemas.microsoft.com/office/drawing/2014/main" id="{24CCA0F4-24C1-AEF7-B042-FEC1B61B92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2126" y="3325618"/>
            <a:ext cx="2599483" cy="23709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1864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7EF6F4-8AF4-E484-83E6-38FB266F01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F5311A-285F-1AF0-AA22-035F547518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5. Inter-object integration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DFFE622F-DF29-F4DB-3761-6132F1BF75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noProof="0" dirty="0"/>
              <a:t>The toolbox allows the user to do operations between objects of different classes seamlessly.</a:t>
            </a:r>
          </a:p>
          <a:p>
            <a:r>
              <a:rPr lang="en-US" noProof="0" dirty="0"/>
              <a:t>Intersection ellipsoid with subspace -&gt; ellipsoid</a:t>
            </a:r>
          </a:p>
          <a:p>
            <a:r>
              <a:rPr lang="en-US" noProof="0" dirty="0"/>
              <a:t>Projection of polytope on subspace -&gt; polytope</a:t>
            </a:r>
          </a:p>
          <a:p>
            <a:r>
              <a:rPr lang="en-US" noProof="0" dirty="0"/>
              <a:t>Over/under-approximating an ellipsoid with a polytope</a:t>
            </a:r>
          </a:p>
          <a:p>
            <a:r>
              <a:rPr lang="en-US" noProof="0" dirty="0"/>
              <a:t>Over/under-approximating a polytope with an ellipsoid</a:t>
            </a:r>
          </a:p>
          <a:p>
            <a:r>
              <a:rPr lang="en-US" noProof="0" dirty="0"/>
              <a:t>⋮</a:t>
            </a:r>
          </a:p>
        </p:txBody>
      </p:sp>
    </p:spTree>
    <p:extLst>
      <p:ext uri="{BB962C8B-B14F-4D97-AF65-F5344CB8AC3E}">
        <p14:creationId xmlns:p14="http://schemas.microsoft.com/office/powerpoint/2010/main" val="368618539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4443AF-D87D-72C4-C0B5-43B921A837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1E7113-CCF9-8A13-4E22-BF2A99CFA9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6. External libraries integration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0D51A29D-AE98-D7FA-EE99-8D99F65154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noProof="0" dirty="0"/>
              <a:t>The toolbox has special integration features with external libraries.</a:t>
            </a:r>
          </a:p>
          <a:p>
            <a:r>
              <a:rPr lang="en-US" noProof="0" dirty="0" err="1"/>
              <a:t>cvxpy</a:t>
            </a:r>
            <a:r>
              <a:rPr lang="en-US" noProof="0" dirty="0"/>
              <a:t>: used for internal optimization and external convex optimization problems formulation.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1640261-66E3-4718-6FCF-FF62042E2B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5011" y="3325098"/>
            <a:ext cx="8681977" cy="8329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844471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CC968A-2FF9-EEF0-AD71-4287E96866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179F48-7165-7991-F11F-8BC1A97489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7. Lazy evaluation/loading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EDA5731D-E44C-09F3-F516-2CA8FBB0E8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 marL="571500" indent="-571500">
              <a:buFont typeface="+mj-lt"/>
              <a:buAutoNum type="romanUcPeriod"/>
            </a:pPr>
            <a:r>
              <a:rPr lang="en-US" noProof="0" dirty="0"/>
              <a:t>Certain properties (i.e., </a:t>
            </a:r>
            <a:r>
              <a:rPr lang="en-US" noProof="0" dirty="0" err="1"/>
              <a:t>poly.vol</a:t>
            </a:r>
            <a:r>
              <a:rPr lang="en-US" noProof="0" dirty="0"/>
              <a:t>) are expensive to calculate. These properties are not calculated at object initialization, but only when the ‘attribute’ is accessed (and then, they are saved to the object).</a:t>
            </a:r>
          </a:p>
          <a:p>
            <a:pPr lvl="1"/>
            <a:r>
              <a:rPr lang="en-US" noProof="0" dirty="0"/>
              <a:t>Same for H-</a:t>
            </a:r>
            <a:r>
              <a:rPr lang="en-US" noProof="0" dirty="0" err="1"/>
              <a:t>repr</a:t>
            </a:r>
            <a:r>
              <a:rPr lang="en-US" noProof="0" dirty="0"/>
              <a:t> and V-</a:t>
            </a:r>
            <a:r>
              <a:rPr lang="en-US" noProof="0" dirty="0" err="1"/>
              <a:t>repr</a:t>
            </a:r>
            <a:r>
              <a:rPr lang="en-US" noProof="0" dirty="0"/>
              <a:t> of a polytope.</a:t>
            </a:r>
          </a:p>
          <a:p>
            <a:pPr marL="571500" indent="-571500">
              <a:buFont typeface="+mj-lt"/>
              <a:buAutoNum type="romanUcPeriod"/>
            </a:pPr>
            <a:r>
              <a:rPr lang="en-US" noProof="0" dirty="0"/>
              <a:t>Certain packages (e.g., matplotlib/</a:t>
            </a:r>
            <a:r>
              <a:rPr lang="en-US" noProof="0" dirty="0" err="1"/>
              <a:t>cvxpy</a:t>
            </a:r>
            <a:r>
              <a:rPr lang="en-US" noProof="0" dirty="0"/>
              <a:t>) are optional dependencies. These are only imported when called.</a:t>
            </a:r>
          </a:p>
          <a:p>
            <a:pPr lvl="1"/>
            <a:r>
              <a:rPr lang="en-US" noProof="0" dirty="0"/>
              <a:t>Might create a marginal speed-up.</a:t>
            </a:r>
          </a:p>
          <a:p>
            <a:pPr lvl="1"/>
            <a:r>
              <a:rPr lang="en-US" noProof="0" dirty="0"/>
              <a:t>The least possible amount of dependencies -&gt; improves longevity.</a:t>
            </a:r>
          </a:p>
          <a:p>
            <a:endParaRPr lang="en-US" noProof="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2009382-CC2F-76DB-A9A7-2CD6A9F9E1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5700" y="5707063"/>
            <a:ext cx="7340600" cy="939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542822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04CAF4-2DAF-C6AB-B888-7644A4DBE2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5AFF1F-94F9-C91E-2F2F-FFE0FEE7CA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Why am I seeking collaborators?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6C5CE3AB-56AA-BAEB-3255-F9C89764EF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noProof="0" dirty="0"/>
              <a:t>I want to know which features are desirable (meaning development should be prioritized) from the users: you</a:t>
            </a:r>
          </a:p>
          <a:p>
            <a:pPr marL="514350" indent="-514350">
              <a:buFont typeface="+mj-lt"/>
              <a:buAutoNum type="arabicPeriod"/>
            </a:pPr>
            <a:r>
              <a:rPr lang="en-US" noProof="0" dirty="0"/>
              <a:t>I want your input/expertise/experience on a wide number of design choices (&gt;50 as of now) in the software architecture.</a:t>
            </a:r>
          </a:p>
          <a:p>
            <a:pPr marL="514350" indent="-514350">
              <a:buFont typeface="+mj-lt"/>
              <a:buAutoNum type="arabicPeriod"/>
            </a:pPr>
            <a:r>
              <a:rPr lang="en-US" noProof="0" dirty="0"/>
              <a:t>I want your (mathematical) expertise when it comes to certain algorithms concerning polytopes, subspaces, and ellipsoids.</a:t>
            </a:r>
          </a:p>
          <a:p>
            <a:pPr marL="514350" indent="-514350">
              <a:buFont typeface="+mj-lt"/>
              <a:buAutoNum type="arabicPeriod"/>
            </a:pPr>
            <a:r>
              <a:rPr lang="en-US" noProof="0" dirty="0"/>
              <a:t>I would need to split the (ever-growing) workload of writing all functionalities to make this toolbox </a:t>
            </a:r>
            <a:r>
              <a:rPr lang="en-US" i="1" noProof="0" dirty="0"/>
              <a:t>fully-fledged</a:t>
            </a:r>
            <a:r>
              <a:rPr lang="en-US" noProof="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67456018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908C3E-1553-4299-AD09-B44A857EF0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AAC7F8-4717-800F-1167-E97B7F5FBE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What do you get in return?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A8F04E1F-D9F7-6017-DA7A-5C0C6EBEDB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noProof="0" dirty="0"/>
              <a:t>Well… not much! But:</a:t>
            </a:r>
          </a:p>
          <a:p>
            <a:pPr marL="514350" indent="-514350">
              <a:buFont typeface="+mj-lt"/>
              <a:buAutoNum type="arabicPeriod"/>
            </a:pPr>
            <a:r>
              <a:rPr lang="en-US" noProof="0" dirty="0"/>
              <a:t>A fun (hopefully, satisfactory) side-project in Python. Extensive (CV-worthy) expertise in Python package coding.</a:t>
            </a:r>
          </a:p>
          <a:p>
            <a:pPr marL="514350" indent="-514350">
              <a:buFont typeface="+mj-lt"/>
              <a:buAutoNum type="arabicPeriod"/>
            </a:pPr>
            <a:r>
              <a:rPr lang="en-US" noProof="0" dirty="0"/>
              <a:t>Experience in collaborating with others on a software project.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In the long run, a useful toolbox you can also use in your own projects/publications.</a:t>
            </a:r>
          </a:p>
          <a:p>
            <a:pPr marL="514350" indent="-514350">
              <a:buFont typeface="+mj-lt"/>
              <a:buAutoNum type="arabicPeriod"/>
            </a:pPr>
            <a:r>
              <a:rPr lang="en-US" noProof="0" dirty="0"/>
              <a:t>Added to the list of contributors for ….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If it comes to it (no guarantees): one of the authors on the (conference) publication promoting/launching </a:t>
            </a:r>
            <a:r>
              <a:rPr lang="en-US" dirty="0" err="1"/>
              <a:t>GeoPES</a:t>
            </a:r>
            <a:r>
              <a:rPr lang="en-US" dirty="0"/>
              <a:t>.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7425312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66D5EC-5849-84DD-2213-ACC764B4A7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8B413F-C874-CAD7-D7D6-4B329A93B7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much do I need to be involved?</a:t>
            </a:r>
            <a:endParaRPr lang="en-US" noProof="0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811FDD46-8F60-1468-B695-89FE9FC079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noProof="0" dirty="0"/>
              <a:t>Depends entirely on you. You could:</a:t>
            </a:r>
          </a:p>
          <a:p>
            <a:r>
              <a:rPr lang="en-US" noProof="0" dirty="0"/>
              <a:t>Not writing a </a:t>
            </a:r>
            <a:r>
              <a:rPr lang="en-US" dirty="0"/>
              <a:t>single line of code, maybe have two chats about interesting math you read/suggestions for functionality.</a:t>
            </a:r>
          </a:p>
          <a:p>
            <a:r>
              <a:rPr lang="en-US" noProof="0" dirty="0"/>
              <a:t>I have some old MATLAB/Python code lying around somewhere; you can have a look at that. Otherwise, don’t call me again!</a:t>
            </a:r>
          </a:p>
          <a:p>
            <a:r>
              <a:rPr lang="en-US" dirty="0"/>
              <a:t>Sounds fun! I don’t know if I can make any commitment on time, though… I might read through some of the design decisions, leave some thoughts, attend a future meeting, but no promises. </a:t>
            </a:r>
          </a:p>
          <a:p>
            <a:r>
              <a:rPr lang="en-US" noProof="0" dirty="0"/>
              <a:t>Might actually be quite nice to join, also to gain a lot of coding experience; I’d be down to have some more </a:t>
            </a:r>
            <a:r>
              <a:rPr lang="en-US" noProof="0" dirty="0" err="1"/>
              <a:t>indepth</a:t>
            </a:r>
            <a:r>
              <a:rPr lang="en-US" noProof="0" dirty="0"/>
              <a:t> discussion, see if there’s certain functionality/subtask I’d be interested in writing.</a:t>
            </a:r>
          </a:p>
          <a:p>
            <a:r>
              <a:rPr lang="en-US" dirty="0"/>
              <a:t>…</a:t>
            </a:r>
            <a:endParaRPr lang="en-US" noProof="0" dirty="0"/>
          </a:p>
          <a:p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35910367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F7EF74-7999-A3AD-B00A-257F36B99F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17348C7-57B9-4E99-AD65-F46BFABB7B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496339" cy="1325563"/>
          </a:xfrm>
        </p:spPr>
        <p:txBody>
          <a:bodyPr/>
          <a:lstStyle/>
          <a:p>
            <a:r>
              <a:rPr lang="en-US" dirty="0"/>
              <a:t>Initialization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5BA688B-34B4-32DA-142F-35253A1C999F}"/>
              </a:ext>
            </a:extLst>
          </p:cNvPr>
          <p:cNvSpPr/>
          <p:nvPr/>
        </p:nvSpPr>
        <p:spPr>
          <a:xfrm>
            <a:off x="324092" y="1796903"/>
            <a:ext cx="1068773" cy="645356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user </a:t>
            </a:r>
            <a:r>
              <a:rPr lang="en-US" dirty="0" err="1">
                <a:solidFill>
                  <a:sysClr val="windowText" lastClr="000000"/>
                </a:solidFill>
              </a:rPr>
              <a:t>args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EA53377-0336-69D4-4C28-8C6B9D672000}"/>
              </a:ext>
            </a:extLst>
          </p:cNvPr>
          <p:cNvSpPr/>
          <p:nvPr/>
        </p:nvSpPr>
        <p:spPr>
          <a:xfrm>
            <a:off x="324092" y="2442259"/>
            <a:ext cx="1068773" cy="3356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A, b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B83ABB8-1385-0DAA-1310-37D5FCC7751C}"/>
              </a:ext>
            </a:extLst>
          </p:cNvPr>
          <p:cNvSpPr/>
          <p:nvPr/>
        </p:nvSpPr>
        <p:spPr>
          <a:xfrm>
            <a:off x="1794929" y="1796903"/>
            <a:ext cx="1068773" cy="64535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init</a:t>
            </a:r>
            <a:r>
              <a:rPr lang="en-US" dirty="0"/>
              <a:t> method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363C693-8023-7768-E070-3185FE10916E}"/>
              </a:ext>
            </a:extLst>
          </p:cNvPr>
          <p:cNvSpPr/>
          <p:nvPr/>
        </p:nvSpPr>
        <p:spPr>
          <a:xfrm>
            <a:off x="1794929" y="2442259"/>
            <a:ext cx="1068773" cy="3356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__</a:t>
            </a:r>
            <a:r>
              <a:rPr lang="en-US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init</a:t>
            </a:r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__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E4B07B8-9A93-F7C9-6355-B93263C3B712}"/>
              </a:ext>
            </a:extLst>
          </p:cNvPr>
          <p:cNvSpPr/>
          <p:nvPr/>
        </p:nvSpPr>
        <p:spPr>
          <a:xfrm>
            <a:off x="3265766" y="1796903"/>
            <a:ext cx="1423192" cy="64535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dispatching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1E8F04F-A53F-1A39-7DBC-F3B1B11DAAC6}"/>
              </a:ext>
            </a:extLst>
          </p:cNvPr>
          <p:cNvSpPr/>
          <p:nvPr/>
        </p:nvSpPr>
        <p:spPr>
          <a:xfrm>
            <a:off x="3265766" y="2442259"/>
            <a:ext cx="1423192" cy="3356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_</a:t>
            </a:r>
            <a:r>
              <a:rPr lang="en-US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init_hrepr</a:t>
            </a:r>
            <a:endParaRPr lang="en-US" dirty="0">
              <a:solidFill>
                <a:sysClr val="windowText" lastClr="000000"/>
              </a:solidFill>
              <a:latin typeface="American Typewriter" panose="02090604020004020304" pitchFamily="18" charset="77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0AE31C4-FF9E-B043-5D9F-DEEBE2EF5BBB}"/>
              </a:ext>
            </a:extLst>
          </p:cNvPr>
          <p:cNvSpPr/>
          <p:nvPr/>
        </p:nvSpPr>
        <p:spPr>
          <a:xfrm>
            <a:off x="5091022" y="1796903"/>
            <a:ext cx="1564958" cy="64535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setting properties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396B369-61AE-2B9B-4AEE-595ADDD9EE00}"/>
              </a:ext>
            </a:extLst>
          </p:cNvPr>
          <p:cNvSpPr/>
          <p:nvPr/>
        </p:nvSpPr>
        <p:spPr>
          <a:xfrm>
            <a:off x="5091021" y="2442259"/>
            <a:ext cx="1564959" cy="3356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self.A</a:t>
            </a:r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, </a:t>
            </a:r>
            <a:r>
              <a:rPr lang="en-US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self.b</a:t>
            </a:r>
            <a:endParaRPr lang="en-US" dirty="0">
              <a:solidFill>
                <a:sysClr val="windowText" lastClr="000000"/>
              </a:solidFill>
              <a:latin typeface="American Typewriter" panose="02090604020004020304" pitchFamily="18" charset="77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C50A6D5-D08A-0CA2-4FF2-55A38401369A}"/>
              </a:ext>
            </a:extLst>
          </p:cNvPr>
          <p:cNvSpPr/>
          <p:nvPr/>
        </p:nvSpPr>
        <p:spPr>
          <a:xfrm>
            <a:off x="7058043" y="2442259"/>
            <a:ext cx="1423192" cy="3356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poly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838E808A-387B-0DCB-ED63-3C5644865623}"/>
              </a:ext>
            </a:extLst>
          </p:cNvPr>
          <p:cNvSpPr/>
          <p:nvPr/>
        </p:nvSpPr>
        <p:spPr>
          <a:xfrm>
            <a:off x="7058043" y="1803364"/>
            <a:ext cx="1423192" cy="645356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returning object</a:t>
            </a:r>
          </a:p>
        </p:txBody>
      </p:sp>
      <p:sp>
        <p:nvSpPr>
          <p:cNvPr id="23" name="Title 3">
            <a:extLst>
              <a:ext uri="{FF2B5EF4-FFF2-40B4-BE49-F238E27FC236}">
                <a16:creationId xmlns:a16="http://schemas.microsoft.com/office/drawing/2014/main" id="{85F70CB0-92B9-9A17-A77D-C0CCAECAF960}"/>
              </a:ext>
            </a:extLst>
          </p:cNvPr>
          <p:cNvSpPr txBox="1">
            <a:spLocks/>
          </p:cNvSpPr>
          <p:nvPr/>
        </p:nvSpPr>
        <p:spPr>
          <a:xfrm>
            <a:off x="838200" y="3385334"/>
            <a:ext cx="287256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Operation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CE072B6-8D9D-6B93-A397-15A8EA376CC8}"/>
              </a:ext>
            </a:extLst>
          </p:cNvPr>
          <p:cNvSpPr/>
          <p:nvPr/>
        </p:nvSpPr>
        <p:spPr>
          <a:xfrm>
            <a:off x="324092" y="4710897"/>
            <a:ext cx="1068773" cy="645356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given poly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4325BFC3-4F19-DA11-1782-E83C3B951E2F}"/>
              </a:ext>
            </a:extLst>
          </p:cNvPr>
          <p:cNvSpPr/>
          <p:nvPr/>
        </p:nvSpPr>
        <p:spPr>
          <a:xfrm>
            <a:off x="324092" y="5356253"/>
            <a:ext cx="1068773" cy="3356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poly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B8D2DD00-F8D2-3DF5-49A4-953293535E7F}"/>
              </a:ext>
            </a:extLst>
          </p:cNvPr>
          <p:cNvSpPr/>
          <p:nvPr/>
        </p:nvSpPr>
        <p:spPr>
          <a:xfrm>
            <a:off x="1794929" y="4710897"/>
            <a:ext cx="1068773" cy="64535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check flags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A1C49CA-87E6-5F5B-47A9-AB5D13E3DB04}"/>
              </a:ext>
            </a:extLst>
          </p:cNvPr>
          <p:cNvSpPr/>
          <p:nvPr/>
        </p:nvSpPr>
        <p:spPr>
          <a:xfrm>
            <a:off x="1794929" y="5356253"/>
            <a:ext cx="1068773" cy="3356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self.is</a:t>
            </a:r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_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B3468045-8EDB-56D6-845B-9C0F206A8495}"/>
              </a:ext>
            </a:extLst>
          </p:cNvPr>
          <p:cNvSpPr/>
          <p:nvPr/>
        </p:nvSpPr>
        <p:spPr>
          <a:xfrm>
            <a:off x="3265766" y="4710897"/>
            <a:ext cx="1068773" cy="64535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select algo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EF05441-0683-728E-4A34-EF5A24137268}"/>
              </a:ext>
            </a:extLst>
          </p:cNvPr>
          <p:cNvSpPr/>
          <p:nvPr/>
        </p:nvSpPr>
        <p:spPr>
          <a:xfrm>
            <a:off x="3265766" y="5356253"/>
            <a:ext cx="1068773" cy="3356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if … else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C7F5BFFE-BCB1-3828-56C9-8B92D2E6618E}"/>
              </a:ext>
            </a:extLst>
          </p:cNvPr>
          <p:cNvSpPr/>
          <p:nvPr/>
        </p:nvSpPr>
        <p:spPr>
          <a:xfrm>
            <a:off x="4736603" y="4710897"/>
            <a:ext cx="1423192" cy="64535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compute function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46024753-7B1C-9892-881D-6D08FB44A10F}"/>
              </a:ext>
            </a:extLst>
          </p:cNvPr>
          <p:cNvSpPr/>
          <p:nvPr/>
        </p:nvSpPr>
        <p:spPr>
          <a:xfrm>
            <a:off x="4736603" y="5356253"/>
            <a:ext cx="1423192" cy="3356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mink_sum</a:t>
            </a:r>
            <a:endParaRPr lang="en-US" dirty="0">
              <a:solidFill>
                <a:sysClr val="windowText" lastClr="000000"/>
              </a:solidFill>
              <a:latin typeface="American Typewriter" panose="02090604020004020304" pitchFamily="18" charset="77"/>
            </a:endParaRP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5F2FC91F-0C34-291B-5169-494EE138A4B3}"/>
              </a:ext>
            </a:extLst>
          </p:cNvPr>
          <p:cNvSpPr/>
          <p:nvPr/>
        </p:nvSpPr>
        <p:spPr>
          <a:xfrm>
            <a:off x="6561859" y="4710897"/>
            <a:ext cx="1068773" cy="64535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return results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ECB3A796-49DB-D16F-EBBB-99F407AF1271}"/>
              </a:ext>
            </a:extLst>
          </p:cNvPr>
          <p:cNvSpPr/>
          <p:nvPr/>
        </p:nvSpPr>
        <p:spPr>
          <a:xfrm>
            <a:off x="6561859" y="5356253"/>
            <a:ext cx="1068773" cy="3356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verts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E1ACBDEE-57A2-4BED-61D9-D434C99CB2C2}"/>
              </a:ext>
            </a:extLst>
          </p:cNvPr>
          <p:cNvSpPr/>
          <p:nvPr/>
        </p:nvSpPr>
        <p:spPr>
          <a:xfrm>
            <a:off x="8814191" y="5617545"/>
            <a:ext cx="1564958" cy="64535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setting properties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3694A2FE-299B-3F6D-C53F-980E199F0F86}"/>
              </a:ext>
            </a:extLst>
          </p:cNvPr>
          <p:cNvSpPr/>
          <p:nvPr/>
        </p:nvSpPr>
        <p:spPr>
          <a:xfrm>
            <a:off x="8814190" y="6262901"/>
            <a:ext cx="1564959" cy="3356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self.A</a:t>
            </a:r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, </a:t>
            </a:r>
            <a:r>
              <a:rPr lang="en-US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self.b</a:t>
            </a:r>
            <a:endParaRPr lang="en-US" dirty="0">
              <a:solidFill>
                <a:sysClr val="windowText" lastClr="000000"/>
              </a:solidFill>
              <a:latin typeface="American Typewriter" panose="02090604020004020304" pitchFamily="18" charset="77"/>
            </a:endParaRP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A4516AB3-5FEE-F8FF-E693-9E60B4D026B9}"/>
              </a:ext>
            </a:extLst>
          </p:cNvPr>
          <p:cNvSpPr/>
          <p:nvPr/>
        </p:nvSpPr>
        <p:spPr>
          <a:xfrm>
            <a:off x="10781212" y="5617545"/>
            <a:ext cx="1068773" cy="645356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return</a:t>
            </a:r>
          </a:p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object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3391296E-C1A0-5DB5-DE1B-A222A4FB3645}"/>
              </a:ext>
            </a:extLst>
          </p:cNvPr>
          <p:cNvSpPr/>
          <p:nvPr/>
        </p:nvSpPr>
        <p:spPr>
          <a:xfrm>
            <a:off x="10781212" y="6262901"/>
            <a:ext cx="1068773" cy="3356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None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0F9A0B0C-2C01-8E54-06D9-6390DC06D869}"/>
              </a:ext>
            </a:extLst>
          </p:cNvPr>
          <p:cNvSpPr/>
          <p:nvPr/>
        </p:nvSpPr>
        <p:spPr>
          <a:xfrm>
            <a:off x="8814190" y="3729875"/>
            <a:ext cx="1068773" cy="645356"/>
          </a:xfrm>
          <a:prstGeom prst="rect">
            <a:avLst/>
          </a:prstGeom>
          <a:solidFill>
            <a:schemeClr val="accent2"/>
          </a:solidFill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initialize poly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33EEAA37-C2D5-E25D-4BF2-EECAB9E308BE}"/>
              </a:ext>
            </a:extLst>
          </p:cNvPr>
          <p:cNvSpPr/>
          <p:nvPr/>
        </p:nvSpPr>
        <p:spPr>
          <a:xfrm>
            <a:off x="8814190" y="4375231"/>
            <a:ext cx="1068773" cy="3356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poly(…)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E9659A6A-4D07-CA6F-2418-90995BD3741F}"/>
              </a:ext>
            </a:extLst>
          </p:cNvPr>
          <p:cNvSpPr/>
          <p:nvPr/>
        </p:nvSpPr>
        <p:spPr>
          <a:xfrm>
            <a:off x="10285027" y="3729875"/>
            <a:ext cx="1068773" cy="645356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return</a:t>
            </a:r>
          </a:p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object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E9F6A74B-AE29-9968-0D2D-26BC509AAFE5}"/>
              </a:ext>
            </a:extLst>
          </p:cNvPr>
          <p:cNvSpPr/>
          <p:nvPr/>
        </p:nvSpPr>
        <p:spPr>
          <a:xfrm>
            <a:off x="10285027" y="4375231"/>
            <a:ext cx="1068773" cy="3356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poly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384FB3F3-D105-27DE-B6DF-76E302A90BAB}"/>
              </a:ext>
            </a:extLst>
          </p:cNvPr>
          <p:cNvSpPr/>
          <p:nvPr/>
        </p:nvSpPr>
        <p:spPr>
          <a:xfrm>
            <a:off x="8032696" y="4865742"/>
            <a:ext cx="1254944" cy="3356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accent6">
                    <a:lumMod val="75000"/>
                  </a:schemeClr>
                </a:solidFill>
                <a:latin typeface="American Typewriter" panose="02090604020004020304" pitchFamily="18" charset="77"/>
              </a:rPr>
              <a:t>in_place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?</a:t>
            </a:r>
          </a:p>
        </p:txBody>
      </p:sp>
      <p:cxnSp>
        <p:nvCxnSpPr>
          <p:cNvPr id="58" name="Elbow Connector 57">
            <a:extLst>
              <a:ext uri="{FF2B5EF4-FFF2-40B4-BE49-F238E27FC236}">
                <a16:creationId xmlns:a16="http://schemas.microsoft.com/office/drawing/2014/main" id="{CB160640-7D55-E889-FF2C-9E947D055F58}"/>
              </a:ext>
            </a:extLst>
          </p:cNvPr>
          <p:cNvCxnSpPr>
            <a:stCxn id="39" idx="3"/>
            <a:endCxn id="52" idx="1"/>
          </p:cNvCxnSpPr>
          <p:nvPr/>
        </p:nvCxnSpPr>
        <p:spPr>
          <a:xfrm flipV="1">
            <a:off x="7630632" y="4052553"/>
            <a:ext cx="1183558" cy="981022"/>
          </a:xfrm>
          <a:prstGeom prst="bentConnector3">
            <a:avLst>
              <a:gd name="adj1" fmla="val 23948"/>
            </a:avLst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Rectangle 59">
            <a:extLst>
              <a:ext uri="{FF2B5EF4-FFF2-40B4-BE49-F238E27FC236}">
                <a16:creationId xmlns:a16="http://schemas.microsoft.com/office/drawing/2014/main" id="{0F8E9D19-E8C5-99C9-064F-A92D7783459D}"/>
              </a:ext>
            </a:extLst>
          </p:cNvPr>
          <p:cNvSpPr/>
          <p:nvPr/>
        </p:nvSpPr>
        <p:spPr>
          <a:xfrm>
            <a:off x="7949993" y="4060595"/>
            <a:ext cx="781494" cy="3356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False</a:t>
            </a:r>
          </a:p>
        </p:txBody>
      </p:sp>
      <p:cxnSp>
        <p:nvCxnSpPr>
          <p:cNvPr id="62" name="Elbow Connector 61">
            <a:extLst>
              <a:ext uri="{FF2B5EF4-FFF2-40B4-BE49-F238E27FC236}">
                <a16:creationId xmlns:a16="http://schemas.microsoft.com/office/drawing/2014/main" id="{326EE48B-8553-34D7-207C-24D1CD275171}"/>
              </a:ext>
            </a:extLst>
          </p:cNvPr>
          <p:cNvCxnSpPr>
            <a:stCxn id="39" idx="3"/>
            <a:endCxn id="44" idx="1"/>
          </p:cNvCxnSpPr>
          <p:nvPr/>
        </p:nvCxnSpPr>
        <p:spPr>
          <a:xfrm>
            <a:off x="7630632" y="5033575"/>
            <a:ext cx="1183559" cy="906648"/>
          </a:xfrm>
          <a:prstGeom prst="bentConnector3">
            <a:avLst>
              <a:gd name="adj1" fmla="val 23948"/>
            </a:avLst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ectangle 64">
            <a:extLst>
              <a:ext uri="{FF2B5EF4-FFF2-40B4-BE49-F238E27FC236}">
                <a16:creationId xmlns:a16="http://schemas.microsoft.com/office/drawing/2014/main" id="{735B66C2-1214-40ED-D40C-6FFF46C6C788}"/>
              </a:ext>
            </a:extLst>
          </p:cNvPr>
          <p:cNvSpPr/>
          <p:nvPr/>
        </p:nvSpPr>
        <p:spPr>
          <a:xfrm>
            <a:off x="7949993" y="5598063"/>
            <a:ext cx="781494" cy="3356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True</a:t>
            </a:r>
          </a:p>
        </p:txBody>
      </p:sp>
      <p:cxnSp>
        <p:nvCxnSpPr>
          <p:cNvPr id="68" name="Elbow Connector 67">
            <a:extLst>
              <a:ext uri="{FF2B5EF4-FFF2-40B4-BE49-F238E27FC236}">
                <a16:creationId xmlns:a16="http://schemas.microsoft.com/office/drawing/2014/main" id="{A06285C3-E2DD-78A2-324A-36B23C3923D1}"/>
              </a:ext>
            </a:extLst>
          </p:cNvPr>
          <p:cNvCxnSpPr>
            <a:stCxn id="52" idx="0"/>
            <a:endCxn id="17" idx="2"/>
          </p:cNvCxnSpPr>
          <p:nvPr/>
        </p:nvCxnSpPr>
        <p:spPr>
          <a:xfrm rot="16200000" flipV="1">
            <a:off x="7135064" y="1516362"/>
            <a:ext cx="951950" cy="3475076"/>
          </a:xfrm>
          <a:prstGeom prst="bentConnector3">
            <a:avLst/>
          </a:prstGeom>
          <a:ln>
            <a:prstDash val="lg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4892971B-8575-8709-D637-9D7F8DC59ACE}"/>
              </a:ext>
            </a:extLst>
          </p:cNvPr>
          <p:cNvCxnSpPr>
            <a:stCxn id="52" idx="3"/>
            <a:endCxn id="54" idx="1"/>
          </p:cNvCxnSpPr>
          <p:nvPr/>
        </p:nvCxnSpPr>
        <p:spPr>
          <a:xfrm>
            <a:off x="9882963" y="4052553"/>
            <a:ext cx="402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1E5CE429-681C-5DAF-8D0B-65C0F4417D49}"/>
              </a:ext>
            </a:extLst>
          </p:cNvPr>
          <p:cNvCxnSpPr>
            <a:cxnSpLocks/>
            <a:stCxn id="44" idx="3"/>
            <a:endCxn id="48" idx="1"/>
          </p:cNvCxnSpPr>
          <p:nvPr/>
        </p:nvCxnSpPr>
        <p:spPr>
          <a:xfrm>
            <a:off x="10379149" y="5940223"/>
            <a:ext cx="402063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81A6DDD5-A169-0B9B-6346-2A49968A14B0}"/>
              </a:ext>
            </a:extLst>
          </p:cNvPr>
          <p:cNvCxnSpPr>
            <a:cxnSpLocks/>
            <a:stCxn id="35" idx="3"/>
            <a:endCxn id="39" idx="1"/>
          </p:cNvCxnSpPr>
          <p:nvPr/>
        </p:nvCxnSpPr>
        <p:spPr>
          <a:xfrm>
            <a:off x="6159795" y="5033575"/>
            <a:ext cx="402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D4CDD7AC-D61F-D8DC-2421-10C60C045D22}"/>
              </a:ext>
            </a:extLst>
          </p:cNvPr>
          <p:cNvCxnSpPr>
            <a:cxnSpLocks/>
            <a:stCxn id="30" idx="3"/>
            <a:endCxn id="35" idx="1"/>
          </p:cNvCxnSpPr>
          <p:nvPr/>
        </p:nvCxnSpPr>
        <p:spPr>
          <a:xfrm>
            <a:off x="4334539" y="5033575"/>
            <a:ext cx="402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Straight Arrow Connector 79">
            <a:extLst>
              <a:ext uri="{FF2B5EF4-FFF2-40B4-BE49-F238E27FC236}">
                <a16:creationId xmlns:a16="http://schemas.microsoft.com/office/drawing/2014/main" id="{03F03A83-73D1-E740-D3CF-AA7DD0BB29DD}"/>
              </a:ext>
            </a:extLst>
          </p:cNvPr>
          <p:cNvCxnSpPr>
            <a:cxnSpLocks/>
            <a:stCxn id="28" idx="3"/>
            <a:endCxn id="30" idx="1"/>
          </p:cNvCxnSpPr>
          <p:nvPr/>
        </p:nvCxnSpPr>
        <p:spPr>
          <a:xfrm>
            <a:off x="2863702" y="5033575"/>
            <a:ext cx="402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9AA9BD13-A229-C27F-1A07-2C1E88FE0314}"/>
              </a:ext>
            </a:extLst>
          </p:cNvPr>
          <p:cNvCxnSpPr>
            <a:cxnSpLocks/>
            <a:stCxn id="26" idx="3"/>
            <a:endCxn id="28" idx="1"/>
          </p:cNvCxnSpPr>
          <p:nvPr/>
        </p:nvCxnSpPr>
        <p:spPr>
          <a:xfrm>
            <a:off x="1392865" y="5033575"/>
            <a:ext cx="402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8C50D640-4CCD-044B-77C9-FB954D198064}"/>
              </a:ext>
            </a:extLst>
          </p:cNvPr>
          <p:cNvCxnSpPr>
            <a:cxnSpLocks/>
            <a:stCxn id="7" idx="3"/>
            <a:endCxn id="12" idx="1"/>
          </p:cNvCxnSpPr>
          <p:nvPr/>
        </p:nvCxnSpPr>
        <p:spPr>
          <a:xfrm>
            <a:off x="1392865" y="2119581"/>
            <a:ext cx="402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Straight Arrow Connector 88">
            <a:extLst>
              <a:ext uri="{FF2B5EF4-FFF2-40B4-BE49-F238E27FC236}">
                <a16:creationId xmlns:a16="http://schemas.microsoft.com/office/drawing/2014/main" id="{193FDCDF-0D29-D243-5523-E239FB9A90FB}"/>
              </a:ext>
            </a:extLst>
          </p:cNvPr>
          <p:cNvCxnSpPr>
            <a:cxnSpLocks/>
            <a:stCxn id="12" idx="3"/>
            <a:endCxn id="14" idx="1"/>
          </p:cNvCxnSpPr>
          <p:nvPr/>
        </p:nvCxnSpPr>
        <p:spPr>
          <a:xfrm>
            <a:off x="2863702" y="2119581"/>
            <a:ext cx="402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Arrow Connector 91">
            <a:extLst>
              <a:ext uri="{FF2B5EF4-FFF2-40B4-BE49-F238E27FC236}">
                <a16:creationId xmlns:a16="http://schemas.microsoft.com/office/drawing/2014/main" id="{AC906DF5-25D2-4741-1F9E-1C7210074890}"/>
              </a:ext>
            </a:extLst>
          </p:cNvPr>
          <p:cNvCxnSpPr>
            <a:cxnSpLocks/>
            <a:stCxn id="14" idx="3"/>
            <a:endCxn id="16" idx="1"/>
          </p:cNvCxnSpPr>
          <p:nvPr/>
        </p:nvCxnSpPr>
        <p:spPr>
          <a:xfrm>
            <a:off x="4688958" y="2119581"/>
            <a:ext cx="402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Straight Arrow Connector 94">
            <a:extLst>
              <a:ext uri="{FF2B5EF4-FFF2-40B4-BE49-F238E27FC236}">
                <a16:creationId xmlns:a16="http://schemas.microsoft.com/office/drawing/2014/main" id="{53A879BC-5171-3628-05E5-155C343318DA}"/>
              </a:ext>
            </a:extLst>
          </p:cNvPr>
          <p:cNvCxnSpPr>
            <a:cxnSpLocks/>
            <a:stCxn id="16" idx="3"/>
            <a:endCxn id="22" idx="1"/>
          </p:cNvCxnSpPr>
          <p:nvPr/>
        </p:nvCxnSpPr>
        <p:spPr>
          <a:xfrm>
            <a:off x="6655980" y="2119581"/>
            <a:ext cx="402063" cy="646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Rectangle 97">
            <a:extLst>
              <a:ext uri="{FF2B5EF4-FFF2-40B4-BE49-F238E27FC236}">
                <a16:creationId xmlns:a16="http://schemas.microsoft.com/office/drawing/2014/main" id="{0F9B3F62-D90F-03BB-3091-4FEC24DD5285}"/>
              </a:ext>
            </a:extLst>
          </p:cNvPr>
          <p:cNvSpPr/>
          <p:nvPr/>
        </p:nvSpPr>
        <p:spPr>
          <a:xfrm>
            <a:off x="9522963" y="937283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0C72E31E-455A-FBD2-4BBA-4CF107DEF489}"/>
              </a:ext>
            </a:extLst>
          </p:cNvPr>
          <p:cNvSpPr txBox="1"/>
          <p:nvPr/>
        </p:nvSpPr>
        <p:spPr>
          <a:xfrm>
            <a:off x="9931074" y="917776"/>
            <a:ext cx="8820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ysClr val="windowText" lastClr="000000"/>
                </a:solidFill>
              </a:rPr>
              <a:t>reduce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657761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BBA137-64A3-8D72-0F74-BE42FB08AB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4239BA9-D75B-9AB6-76A4-05F83029DF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496339" cy="1325563"/>
          </a:xfrm>
        </p:spPr>
        <p:txBody>
          <a:bodyPr/>
          <a:lstStyle/>
          <a:p>
            <a:r>
              <a:rPr lang="en-US" dirty="0"/>
              <a:t>Optimization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938DED3-CA50-89A8-C70E-0185566AC265}"/>
              </a:ext>
            </a:extLst>
          </p:cNvPr>
          <p:cNvSpPr/>
          <p:nvPr/>
        </p:nvSpPr>
        <p:spPr>
          <a:xfrm>
            <a:off x="838200" y="1527859"/>
            <a:ext cx="10515600" cy="4965016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90779B6-0A67-37AE-3B4F-FF66FC092213}"/>
              </a:ext>
            </a:extLst>
          </p:cNvPr>
          <p:cNvSpPr txBox="1"/>
          <p:nvPr/>
        </p:nvSpPr>
        <p:spPr>
          <a:xfrm>
            <a:off x="1041722" y="1690688"/>
            <a:ext cx="8579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CVXPY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55F02D5-6FEE-90CA-7919-6CB6CB9DEA05}"/>
              </a:ext>
            </a:extLst>
          </p:cNvPr>
          <p:cNvSpPr/>
          <p:nvPr/>
        </p:nvSpPr>
        <p:spPr>
          <a:xfrm>
            <a:off x="1337840" y="2222849"/>
            <a:ext cx="9383475" cy="3830710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31BB41D-7A13-B414-C065-73EA6FA1AC70}"/>
              </a:ext>
            </a:extLst>
          </p:cNvPr>
          <p:cNvSpPr txBox="1"/>
          <p:nvPr/>
        </p:nvSpPr>
        <p:spPr>
          <a:xfrm>
            <a:off x="1470685" y="2382685"/>
            <a:ext cx="7283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SciPy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AD86F23-68E8-944E-E570-576EF619FD47}"/>
              </a:ext>
            </a:extLst>
          </p:cNvPr>
          <p:cNvCxnSpPr>
            <a:cxnSpLocks/>
            <a:stCxn id="5" idx="0"/>
            <a:endCxn id="5" idx="2"/>
          </p:cNvCxnSpPr>
          <p:nvPr/>
        </p:nvCxnSpPr>
        <p:spPr>
          <a:xfrm>
            <a:off x="6029578" y="2222849"/>
            <a:ext cx="0" cy="383071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C6ACE020-A259-1934-55F2-4CE79D02C4B4}"/>
              </a:ext>
            </a:extLst>
          </p:cNvPr>
          <p:cNvSpPr txBox="1"/>
          <p:nvPr/>
        </p:nvSpPr>
        <p:spPr>
          <a:xfrm>
            <a:off x="6162423" y="2382685"/>
            <a:ext cx="11801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inefficient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12B5FDE-FD9E-0112-EBBE-142609D7BDE0}"/>
              </a:ext>
            </a:extLst>
          </p:cNvPr>
          <p:cNvSpPr txBox="1"/>
          <p:nvPr/>
        </p:nvSpPr>
        <p:spPr>
          <a:xfrm>
            <a:off x="6162423" y="2757413"/>
            <a:ext cx="12218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  <a:latin typeface="American Typewriter" panose="02090604020004020304" pitchFamily="18" charset="77"/>
              </a:rPr>
              <a:t>minimize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F14A250-FE7D-C8C0-82E9-33EF1582A13E}"/>
              </a:ext>
            </a:extLst>
          </p:cNvPr>
          <p:cNvSpPr txBox="1"/>
          <p:nvPr/>
        </p:nvSpPr>
        <p:spPr>
          <a:xfrm>
            <a:off x="1470685" y="2752017"/>
            <a:ext cx="8676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 err="1">
                <a:solidFill>
                  <a:schemeClr val="bg1">
                    <a:lumMod val="65000"/>
                  </a:schemeClr>
                </a:solidFill>
              </a:rPr>
              <a:t>linprog</a:t>
            </a:r>
            <a:endParaRPr lang="en-GB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CAC6041-E093-680D-99E8-F70FAD2F43A0}"/>
              </a:ext>
            </a:extLst>
          </p:cNvPr>
          <p:cNvSpPr/>
          <p:nvPr/>
        </p:nvSpPr>
        <p:spPr>
          <a:xfrm>
            <a:off x="1834855" y="3614083"/>
            <a:ext cx="2518321" cy="259931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numCol="1" rtlCol="0" anchor="t"/>
          <a:lstStyle/>
          <a:p>
            <a:pPr algn="ctr"/>
            <a:r>
              <a:rPr lang="en-US" dirty="0">
                <a:latin typeface="American Typewriter" panose="02090604020004020304" pitchFamily="18" charset="77"/>
              </a:rPr>
              <a:t>support(poly)</a:t>
            </a:r>
            <a:r>
              <a:rPr lang="en-US" dirty="0"/>
              <a:t>*</a:t>
            </a:r>
          </a:p>
          <a:p>
            <a:pPr algn="ctr"/>
            <a:r>
              <a:rPr lang="en-US" sz="1400" dirty="0"/>
              <a:t>* only for</a:t>
            </a:r>
            <a:r>
              <a:rPr lang="en-US" sz="1400" dirty="0">
                <a:latin typeface="American Typewriter" panose="02090604020004020304" pitchFamily="18" charset="77"/>
              </a:rPr>
              <a:t> </a:t>
            </a:r>
            <a:r>
              <a:rPr lang="en-US" sz="1400" dirty="0" err="1">
                <a:latin typeface="American Typewriter" panose="02090604020004020304" pitchFamily="18" charset="77"/>
              </a:rPr>
              <a:t>hrepr</a:t>
            </a:r>
            <a:endParaRPr lang="en-US" sz="1400" dirty="0">
              <a:latin typeface="American Typewriter" panose="02090604020004020304" pitchFamily="18" charset="77"/>
            </a:endParaRPr>
          </a:p>
          <a:p>
            <a:pPr algn="ctr"/>
            <a:endParaRPr lang="en-US" sz="1100" dirty="0"/>
          </a:p>
          <a:p>
            <a:pPr algn="ctr"/>
            <a:r>
              <a:rPr lang="en-US" dirty="0" err="1">
                <a:latin typeface="American Typewriter" panose="02090604020004020304" pitchFamily="18" charset="77"/>
              </a:rPr>
              <a:t>is_bounded</a:t>
            </a:r>
            <a:r>
              <a:rPr lang="en-US" dirty="0">
                <a:latin typeface="American Typewriter" panose="02090604020004020304" pitchFamily="18" charset="77"/>
              </a:rPr>
              <a:t>(poly)</a:t>
            </a:r>
          </a:p>
          <a:p>
            <a:pPr algn="ctr"/>
            <a:endParaRPr lang="en-US" sz="1100" dirty="0"/>
          </a:p>
          <a:p>
            <a:pPr algn="ctr"/>
            <a:r>
              <a:rPr lang="en-US" dirty="0" err="1">
                <a:latin typeface="American Typewriter" panose="02090604020004020304" pitchFamily="18" charset="77"/>
              </a:rPr>
              <a:t>poly.chebc</a:t>
            </a:r>
            <a:endParaRPr lang="en-US" dirty="0">
              <a:latin typeface="American Typewriter" panose="02090604020004020304" pitchFamily="18" charset="77"/>
            </a:endParaRPr>
          </a:p>
          <a:p>
            <a:pPr algn="ctr"/>
            <a:endParaRPr lang="en-US" sz="1100" dirty="0"/>
          </a:p>
          <a:p>
            <a:pPr algn="ctr"/>
            <a:r>
              <a:rPr lang="en-US" dirty="0" err="1"/>
              <a:t>poly.__contains</a:t>
            </a:r>
            <a:r>
              <a:rPr lang="en-US" dirty="0"/>
              <a:t>__*</a:t>
            </a:r>
          </a:p>
          <a:p>
            <a:pPr lvl="0" algn="ctr">
              <a:defRPr/>
            </a:pPr>
            <a:r>
              <a:rPr lang="en-US" sz="1400" dirty="0"/>
              <a:t>* only for </a:t>
            </a:r>
            <a:r>
              <a:rPr lang="en-US" sz="1400" dirty="0" err="1">
                <a:latin typeface="American Typewriter" panose="02090604020004020304" pitchFamily="18" charset="77"/>
              </a:rPr>
              <a:t>vrepr</a:t>
            </a:r>
            <a:endParaRPr lang="en-US" dirty="0">
              <a:solidFill>
                <a:prstClr val="white"/>
              </a:solidFill>
              <a:latin typeface="American Typewriter" panose="02090604020004020304" pitchFamily="18" charset="77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+mj-lt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merican Typewriter" panose="02090604020004020304" pitchFamily="18" charset="77"/>
              </a:rPr>
              <a:t>poly.reduce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merican Typewriter" panose="02090604020004020304" pitchFamily="18" charset="77"/>
              </a:rPr>
              <a:t>(…)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39A3E2D-E5AF-E4C0-72EC-88CE99C33472}"/>
              </a:ext>
            </a:extLst>
          </p:cNvPr>
          <p:cNvSpPr txBox="1"/>
          <p:nvPr/>
        </p:nvSpPr>
        <p:spPr>
          <a:xfrm>
            <a:off x="2872640" y="3244751"/>
            <a:ext cx="4427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LP</a:t>
            </a:r>
            <a:endParaRPr lang="en-US" dirty="0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1C971336-8201-3048-7B2C-AEFDF793E926}"/>
              </a:ext>
            </a:extLst>
          </p:cNvPr>
          <p:cNvSpPr/>
          <p:nvPr/>
        </p:nvSpPr>
        <p:spPr>
          <a:xfrm>
            <a:off x="4865911" y="3614083"/>
            <a:ext cx="2518321" cy="132830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numCol="1" rtlCol="0" anchor="t"/>
          <a:lstStyle/>
          <a:p>
            <a:pPr algn="ctr"/>
            <a:r>
              <a:rPr lang="en-US" dirty="0" err="1">
                <a:latin typeface="American Typewriter" panose="02090604020004020304" pitchFamily="18" charset="77"/>
              </a:rPr>
              <a:t>ellps</a:t>
            </a:r>
            <a:r>
              <a:rPr lang="en-US" dirty="0">
                <a:latin typeface="American Typewriter" panose="02090604020004020304" pitchFamily="18" charset="77"/>
              </a:rPr>
              <a:t>.__le__</a:t>
            </a:r>
          </a:p>
          <a:p>
            <a:pPr algn="ctr"/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merican Typewriter" panose="02090604020004020304" pitchFamily="18" charset="77"/>
            </a:endParaRPr>
          </a:p>
          <a:p>
            <a:pPr algn="ctr"/>
            <a:r>
              <a:rPr lang="en-US" dirty="0" err="1">
                <a:solidFill>
                  <a:prstClr val="white"/>
                </a:solidFill>
                <a:latin typeface="American Typewriter" panose="02090604020004020304" pitchFamily="18" charset="77"/>
              </a:rPr>
              <a:t>min_vol_ellps</a:t>
            </a:r>
            <a:r>
              <a:rPr lang="en-US" dirty="0">
                <a:solidFill>
                  <a:prstClr val="white"/>
                </a:solidFill>
                <a:latin typeface="American Typewriter" panose="02090604020004020304" pitchFamily="18" charset="77"/>
              </a:rPr>
              <a:t>(poly)</a:t>
            </a:r>
          </a:p>
          <a:p>
            <a:pPr algn="ctr"/>
            <a:endParaRPr lang="en-US" sz="1100" dirty="0">
              <a:solidFill>
                <a:prstClr val="white"/>
              </a:solidFill>
              <a:latin typeface="American Typewriter" panose="02090604020004020304" pitchFamily="18" charset="77"/>
            </a:endParaRPr>
          </a:p>
          <a:p>
            <a:pPr algn="ctr"/>
            <a:r>
              <a:rPr lang="en-US" dirty="0" err="1">
                <a:solidFill>
                  <a:prstClr val="white"/>
                </a:solidFill>
                <a:latin typeface="American Typewriter" panose="02090604020004020304" pitchFamily="18" charset="77"/>
              </a:rPr>
              <a:t>max_vol_ellps</a:t>
            </a:r>
            <a:r>
              <a:rPr lang="en-US" dirty="0">
                <a:solidFill>
                  <a:prstClr val="white"/>
                </a:solidFill>
                <a:latin typeface="American Typewriter" panose="02090604020004020304" pitchFamily="18" charset="77"/>
              </a:rPr>
              <a:t>(poly)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CE237E0-7541-4EDD-0214-EF461A5CCCD8}"/>
              </a:ext>
            </a:extLst>
          </p:cNvPr>
          <p:cNvSpPr txBox="1"/>
          <p:nvPr/>
        </p:nvSpPr>
        <p:spPr>
          <a:xfrm>
            <a:off x="5812325" y="3239355"/>
            <a:ext cx="6254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SDP</a:t>
            </a:r>
            <a:endParaRPr lang="en-US" dirty="0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4F51D9F7-C37B-68AE-FB72-B6573F7D35CE}"/>
              </a:ext>
            </a:extLst>
          </p:cNvPr>
          <p:cNvSpPr/>
          <p:nvPr/>
        </p:nvSpPr>
        <p:spPr>
          <a:xfrm>
            <a:off x="7883872" y="3614083"/>
            <a:ext cx="2518321" cy="36933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numCol="1" rtlCol="0" anchor="t"/>
          <a:lstStyle/>
          <a:p>
            <a:pPr algn="ctr"/>
            <a:r>
              <a:rPr lang="en-US" dirty="0" err="1">
                <a:latin typeface="American Typewriter" panose="02090604020004020304" pitchFamily="18" charset="77"/>
              </a:rPr>
              <a:t>dist</a:t>
            </a:r>
            <a:r>
              <a:rPr lang="en-US" dirty="0">
                <a:latin typeface="American Typewriter" panose="02090604020004020304" pitchFamily="18" charset="77"/>
              </a:rPr>
              <a:t>(ellps_1, ellps_2)</a:t>
            </a:r>
            <a:endParaRPr lang="en-US" dirty="0">
              <a:solidFill>
                <a:prstClr val="white"/>
              </a:solidFill>
              <a:latin typeface="American Typewriter" panose="02090604020004020304" pitchFamily="18" charset="77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47A3D8A-AF7C-2AEF-6CF5-2CF8CE723787}"/>
              </a:ext>
            </a:extLst>
          </p:cNvPr>
          <p:cNvSpPr txBox="1"/>
          <p:nvPr/>
        </p:nvSpPr>
        <p:spPr>
          <a:xfrm>
            <a:off x="8729875" y="3239355"/>
            <a:ext cx="8263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QCQP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4757678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10477</TotalTime>
  <Words>869</Words>
  <Application>Microsoft Macintosh PowerPoint</Application>
  <PresentationFormat>Widescreen</PresentationFormat>
  <Paragraphs>146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1" baseType="lpstr">
      <vt:lpstr>American Typewriter</vt:lpstr>
      <vt:lpstr>Aptos</vt:lpstr>
      <vt:lpstr>Aptos Display</vt:lpstr>
      <vt:lpstr>Arial</vt:lpstr>
      <vt:lpstr>Office Theme</vt:lpstr>
      <vt:lpstr>…</vt:lpstr>
      <vt:lpstr>Features</vt:lpstr>
      <vt:lpstr>1. Numeric Type Emulation</vt:lpstr>
      <vt:lpstr>1. Numeric Type Emulation</vt:lpstr>
      <vt:lpstr>2. Visualization</vt:lpstr>
      <vt:lpstr>2. Visualization</vt:lpstr>
      <vt:lpstr>3. H-representation and V-representation</vt:lpstr>
      <vt:lpstr>4. Degeneracy</vt:lpstr>
      <vt:lpstr>5. Inter-object integration</vt:lpstr>
      <vt:lpstr>6. External libraries integration</vt:lpstr>
      <vt:lpstr>7. Lazy evaluation/loading</vt:lpstr>
      <vt:lpstr>Why am I seeking collaborators?</vt:lpstr>
      <vt:lpstr>What do you get in return?</vt:lpstr>
      <vt:lpstr>How much do I need to be involved?</vt:lpstr>
      <vt:lpstr>Initialization</vt:lpstr>
      <vt:lpstr>Optimization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Bart Wolleswinkel</dc:creator>
  <cp:lastModifiedBy>Bart Wolleswinkel</cp:lastModifiedBy>
  <cp:revision>1</cp:revision>
  <dcterms:created xsi:type="dcterms:W3CDTF">2025-12-26T12:43:44Z</dcterms:created>
  <dcterms:modified xsi:type="dcterms:W3CDTF">2026-01-22T20:52:25Z</dcterms:modified>
</cp:coreProperties>
</file>