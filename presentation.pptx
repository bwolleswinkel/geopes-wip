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69" r:id="rId5"/>
    <p:sldId id="259" r:id="rId6"/>
    <p:sldId id="264" r:id="rId7"/>
    <p:sldId id="262" r:id="rId8"/>
    <p:sldId id="265" r:id="rId9"/>
    <p:sldId id="261" r:id="rId10"/>
    <p:sldId id="263" r:id="rId11"/>
    <p:sldId id="260" r:id="rId12"/>
    <p:sldId id="266" r:id="rId13"/>
    <p:sldId id="267" r:id="rId14"/>
    <p:sldId id="268" r:id="rId15"/>
    <p:sldId id="270" r:id="rId16"/>
    <p:sldId id="271" r:id="rId17"/>
    <p:sldId id="272" r:id="rId18"/>
  </p:sldIdLst>
  <p:sldSz cx="12192000" cy="6858000"/>
  <p:notesSz cx="6858000" cy="9144000"/>
  <p:defaultTextStyle>
    <a:defPPr>
      <a:defRPr lang="en-NL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92BFB444-7DBC-CA44-A6DD-A4B3F7DBDADB}" v="252" dt="2026-01-25T21:02:41.459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497"/>
    <p:restoredTop sz="94675"/>
  </p:normalViewPr>
  <p:slideViewPr>
    <p:cSldViewPr snapToGrid="0">
      <p:cViewPr>
        <p:scale>
          <a:sx n="118" d="100"/>
          <a:sy n="118" d="100"/>
        </p:scale>
        <p:origin x="488" y="-6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microsoft.com/office/2015/10/relationships/revisionInfo" Target="revisionInfo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microsoft.com/office/2016/11/relationships/changesInfo" Target="changesInfos/changesInfo1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Bart Wolleswinkel" userId="b168cadc-1825-41ce-b9cc-7c7f06f6f31d" providerId="ADAL" clId="{22248CC1-9068-5BCB-B15B-4353FE48F57D}"/>
    <pc:docChg chg="undo custSel addSld modSld">
      <pc:chgData name="Bart Wolleswinkel" userId="b168cadc-1825-41ce-b9cc-7c7f06f6f31d" providerId="ADAL" clId="{22248CC1-9068-5BCB-B15B-4353FE48F57D}" dt="2026-01-25T21:04:37.088" v="1930" actId="1076"/>
      <pc:docMkLst>
        <pc:docMk/>
      </pc:docMkLst>
      <pc:sldChg chg="modSp mod">
        <pc:chgData name="Bart Wolleswinkel" userId="b168cadc-1825-41ce-b9cc-7c7f06f6f31d" providerId="ADAL" clId="{22248CC1-9068-5BCB-B15B-4353FE48F57D}" dt="2026-01-08T12:43:12.113" v="3" actId="5793"/>
        <pc:sldMkLst>
          <pc:docMk/>
          <pc:sldMk cId="2563034518" sldId="256"/>
        </pc:sldMkLst>
        <pc:spChg chg="mod">
          <ac:chgData name="Bart Wolleswinkel" userId="b168cadc-1825-41ce-b9cc-7c7f06f6f31d" providerId="ADAL" clId="{22248CC1-9068-5BCB-B15B-4353FE48F57D}" dt="2026-01-08T12:43:12.113" v="3" actId="5793"/>
          <ac:spMkLst>
            <pc:docMk/>
            <pc:sldMk cId="2563034518" sldId="256"/>
            <ac:spMk id="2" creationId="{11592D63-90DE-8FC5-4122-5EC6AA7A9F3D}"/>
          </ac:spMkLst>
        </pc:spChg>
      </pc:sldChg>
      <pc:sldChg chg="modSp mod">
        <pc:chgData name="Bart Wolleswinkel" userId="b168cadc-1825-41ce-b9cc-7c7f06f6f31d" providerId="ADAL" clId="{22248CC1-9068-5BCB-B15B-4353FE48F57D}" dt="2026-01-08T13:29:15.403" v="11" actId="5793"/>
        <pc:sldMkLst>
          <pc:docMk/>
          <pc:sldMk cId="74253125" sldId="267"/>
        </pc:sldMkLst>
        <pc:spChg chg="mod">
          <ac:chgData name="Bart Wolleswinkel" userId="b168cadc-1825-41ce-b9cc-7c7f06f6f31d" providerId="ADAL" clId="{22248CC1-9068-5BCB-B15B-4353FE48F57D}" dt="2026-01-08T13:28:12.162" v="7" actId="20577"/>
          <ac:spMkLst>
            <pc:docMk/>
            <pc:sldMk cId="74253125" sldId="267"/>
            <ac:spMk id="2" creationId="{41AAC7F8-4717-800F-1167-E97B7F5FBEBE}"/>
          </ac:spMkLst>
        </pc:spChg>
        <pc:spChg chg="mod">
          <ac:chgData name="Bart Wolleswinkel" userId="b168cadc-1825-41ce-b9cc-7c7f06f6f31d" providerId="ADAL" clId="{22248CC1-9068-5BCB-B15B-4353FE48F57D}" dt="2026-01-08T13:29:15.403" v="11" actId="5793"/>
          <ac:spMkLst>
            <pc:docMk/>
            <pc:sldMk cId="74253125" sldId="267"/>
            <ac:spMk id="9" creationId="{A8F04E1F-D9F7-6017-DA7A-5C0C6EBEDBF5}"/>
          </ac:spMkLst>
        </pc:spChg>
      </pc:sldChg>
      <pc:sldChg chg="addSp delSp modSp add mod">
        <pc:chgData name="Bart Wolleswinkel" userId="b168cadc-1825-41ce-b9cc-7c7f06f6f31d" providerId="ADAL" clId="{22248CC1-9068-5BCB-B15B-4353FE48F57D}" dt="2026-01-20T15:24:20.557" v="631" actId="20577"/>
        <pc:sldMkLst>
          <pc:docMk/>
          <pc:sldMk cId="256577611" sldId="270"/>
        </pc:sldMkLst>
        <pc:spChg chg="add mod">
          <ac:chgData name="Bart Wolleswinkel" userId="b168cadc-1825-41ce-b9cc-7c7f06f6f31d" providerId="ADAL" clId="{22248CC1-9068-5BCB-B15B-4353FE48F57D}" dt="2026-01-20T15:09:41.260" v="404" actId="14100"/>
          <ac:spMkLst>
            <pc:docMk/>
            <pc:sldMk cId="256577611" sldId="270"/>
            <ac:spMk id="4" creationId="{917348C7-57B9-4E99-AD65-F46BFABB7BDC}"/>
          </ac:spMkLst>
        </pc:spChg>
        <pc:spChg chg="add mod">
          <ac:chgData name="Bart Wolleswinkel" userId="b168cadc-1825-41ce-b9cc-7c7f06f6f31d" providerId="ADAL" clId="{22248CC1-9068-5BCB-B15B-4353FE48F57D}" dt="2026-01-20T15:00:07.063" v="188" actId="20577"/>
          <ac:spMkLst>
            <pc:docMk/>
            <pc:sldMk cId="256577611" sldId="270"/>
            <ac:spMk id="7" creationId="{85BA688B-34B4-32DA-142F-35253A1C999F}"/>
          </ac:spMkLst>
        </pc:spChg>
        <pc:spChg chg="add mod">
          <ac:chgData name="Bart Wolleswinkel" userId="b168cadc-1825-41ce-b9cc-7c7f06f6f31d" providerId="ADAL" clId="{22248CC1-9068-5BCB-B15B-4353FE48F57D}" dt="2026-01-20T14:57:14.620" v="62" actId="1076"/>
          <ac:spMkLst>
            <pc:docMk/>
            <pc:sldMk cId="256577611" sldId="270"/>
            <ac:spMk id="8" creationId="{0EA53377-0336-69D4-4C28-8C6B9D672000}"/>
          </ac:spMkLst>
        </pc:spChg>
        <pc:spChg chg="add mod">
          <ac:chgData name="Bart Wolleswinkel" userId="b168cadc-1825-41ce-b9cc-7c7f06f6f31d" providerId="ADAL" clId="{22248CC1-9068-5BCB-B15B-4353FE48F57D}" dt="2026-01-20T15:00:02.781" v="185" actId="20577"/>
          <ac:spMkLst>
            <pc:docMk/>
            <pc:sldMk cId="256577611" sldId="270"/>
            <ac:spMk id="12" creationId="{DB83ABB8-1385-0DAA-1310-37D5FCC7751C}"/>
          </ac:spMkLst>
        </pc:spChg>
        <pc:spChg chg="add mod">
          <ac:chgData name="Bart Wolleswinkel" userId="b168cadc-1825-41ce-b9cc-7c7f06f6f31d" providerId="ADAL" clId="{22248CC1-9068-5BCB-B15B-4353FE48F57D}" dt="2026-01-20T14:57:30.301" v="83" actId="20577"/>
          <ac:spMkLst>
            <pc:docMk/>
            <pc:sldMk cId="256577611" sldId="270"/>
            <ac:spMk id="13" creationId="{6363C693-8023-7768-E070-3185FE10916E}"/>
          </ac:spMkLst>
        </pc:spChg>
        <pc:spChg chg="add mod">
          <ac:chgData name="Bart Wolleswinkel" userId="b168cadc-1825-41ce-b9cc-7c7f06f6f31d" providerId="ADAL" clId="{22248CC1-9068-5BCB-B15B-4353FE48F57D}" dt="2026-01-20T14:57:54.187" v="97" actId="14100"/>
          <ac:spMkLst>
            <pc:docMk/>
            <pc:sldMk cId="256577611" sldId="270"/>
            <ac:spMk id="14" creationId="{FE4B07B8-9A93-F7C9-6355-B93263C3B712}"/>
          </ac:spMkLst>
        </pc:spChg>
        <pc:spChg chg="add mod">
          <ac:chgData name="Bart Wolleswinkel" userId="b168cadc-1825-41ce-b9cc-7c7f06f6f31d" providerId="ADAL" clId="{22248CC1-9068-5BCB-B15B-4353FE48F57D}" dt="2026-01-20T14:58:03.362" v="109" actId="20577"/>
          <ac:spMkLst>
            <pc:docMk/>
            <pc:sldMk cId="256577611" sldId="270"/>
            <ac:spMk id="15" creationId="{F1E8F04F-A53F-1A39-7DBC-F3B1B11DAAC6}"/>
          </ac:spMkLst>
        </pc:spChg>
        <pc:spChg chg="add mod">
          <ac:chgData name="Bart Wolleswinkel" userId="b168cadc-1825-41ce-b9cc-7c7f06f6f31d" providerId="ADAL" clId="{22248CC1-9068-5BCB-B15B-4353FE48F57D}" dt="2026-01-20T14:59:33.194" v="158" actId="14100"/>
          <ac:spMkLst>
            <pc:docMk/>
            <pc:sldMk cId="256577611" sldId="270"/>
            <ac:spMk id="16" creationId="{B0AE31C4-FF9E-B043-5D9F-DEEBE2EF5BBB}"/>
          </ac:spMkLst>
        </pc:spChg>
        <pc:spChg chg="add mod">
          <ac:chgData name="Bart Wolleswinkel" userId="b168cadc-1825-41ce-b9cc-7c7f06f6f31d" providerId="ADAL" clId="{22248CC1-9068-5BCB-B15B-4353FE48F57D}" dt="2026-01-20T14:59:31.233" v="157" actId="14100"/>
          <ac:spMkLst>
            <pc:docMk/>
            <pc:sldMk cId="256577611" sldId="270"/>
            <ac:spMk id="17" creationId="{2396B369-61AE-2B9B-4AEE-595ADDD9EE00}"/>
          </ac:spMkLst>
        </pc:spChg>
        <pc:spChg chg="add mod">
          <ac:chgData name="Bart Wolleswinkel" userId="b168cadc-1825-41ce-b9cc-7c7f06f6f31d" providerId="ADAL" clId="{22248CC1-9068-5BCB-B15B-4353FE48F57D}" dt="2026-01-20T14:59:51.801" v="182" actId="20577"/>
          <ac:spMkLst>
            <pc:docMk/>
            <pc:sldMk cId="256577611" sldId="270"/>
            <ac:spMk id="20" creationId="{9C50A6D5-D08A-0CA2-4FF2-55A38401369A}"/>
          </ac:spMkLst>
        </pc:spChg>
        <pc:spChg chg="add mod">
          <ac:chgData name="Bart Wolleswinkel" userId="b168cadc-1825-41ce-b9cc-7c7f06f6f31d" providerId="ADAL" clId="{22248CC1-9068-5BCB-B15B-4353FE48F57D}" dt="2026-01-20T15:00:24.752" v="211" actId="20577"/>
          <ac:spMkLst>
            <pc:docMk/>
            <pc:sldMk cId="256577611" sldId="270"/>
            <ac:spMk id="22" creationId="{838E808A-387B-0DCB-ED63-3C5644865623}"/>
          </ac:spMkLst>
        </pc:spChg>
        <pc:spChg chg="add mod">
          <ac:chgData name="Bart Wolleswinkel" userId="b168cadc-1825-41ce-b9cc-7c7f06f6f31d" providerId="ADAL" clId="{22248CC1-9068-5BCB-B15B-4353FE48F57D}" dt="2026-01-20T15:12:40.518" v="490" actId="1036"/>
          <ac:spMkLst>
            <pc:docMk/>
            <pc:sldMk cId="256577611" sldId="270"/>
            <ac:spMk id="23" creationId="{85F70CB0-92B9-9A17-A77D-C0CCAECAF960}"/>
          </ac:spMkLst>
        </pc:spChg>
        <pc:spChg chg="add mod">
          <ac:chgData name="Bart Wolleswinkel" userId="b168cadc-1825-41ce-b9cc-7c7f06f6f31d" providerId="ADAL" clId="{22248CC1-9068-5BCB-B15B-4353FE48F57D}" dt="2026-01-20T15:12:40.518" v="490" actId="1036"/>
          <ac:spMkLst>
            <pc:docMk/>
            <pc:sldMk cId="256577611" sldId="270"/>
            <ac:spMk id="26" creationId="{3CE072B6-8D9D-6B93-A397-15A8EA376CC8}"/>
          </ac:spMkLst>
        </pc:spChg>
        <pc:spChg chg="add mod">
          <ac:chgData name="Bart Wolleswinkel" userId="b168cadc-1825-41ce-b9cc-7c7f06f6f31d" providerId="ADAL" clId="{22248CC1-9068-5BCB-B15B-4353FE48F57D}" dt="2026-01-20T15:12:40.518" v="490" actId="1036"/>
          <ac:spMkLst>
            <pc:docMk/>
            <pc:sldMk cId="256577611" sldId="270"/>
            <ac:spMk id="27" creationId="{4325BFC3-4F19-DA11-1782-E83C3B951E2F}"/>
          </ac:spMkLst>
        </pc:spChg>
        <pc:spChg chg="add mod">
          <ac:chgData name="Bart Wolleswinkel" userId="b168cadc-1825-41ce-b9cc-7c7f06f6f31d" providerId="ADAL" clId="{22248CC1-9068-5BCB-B15B-4353FE48F57D}" dt="2026-01-20T15:12:40.518" v="490" actId="1036"/>
          <ac:spMkLst>
            <pc:docMk/>
            <pc:sldMk cId="256577611" sldId="270"/>
            <ac:spMk id="28" creationId="{B8D2DD00-F8D2-3DF5-49A4-953293535E7F}"/>
          </ac:spMkLst>
        </pc:spChg>
        <pc:spChg chg="add mod">
          <ac:chgData name="Bart Wolleswinkel" userId="b168cadc-1825-41ce-b9cc-7c7f06f6f31d" providerId="ADAL" clId="{22248CC1-9068-5BCB-B15B-4353FE48F57D}" dt="2026-01-20T15:06:41.102" v="273" actId="20577"/>
          <ac:spMkLst>
            <pc:docMk/>
            <pc:sldMk cId="256577611" sldId="270"/>
            <ac:spMk id="29" creationId="{5A1C49CA-87E6-5F5B-47A9-AB5D13E3DB04}"/>
          </ac:spMkLst>
        </pc:spChg>
        <pc:spChg chg="add mod">
          <ac:chgData name="Bart Wolleswinkel" userId="b168cadc-1825-41ce-b9cc-7c7f06f6f31d" providerId="ADAL" clId="{22248CC1-9068-5BCB-B15B-4353FE48F57D}" dt="2026-01-20T15:12:40.518" v="490" actId="1036"/>
          <ac:spMkLst>
            <pc:docMk/>
            <pc:sldMk cId="256577611" sldId="270"/>
            <ac:spMk id="30" creationId="{B3468045-8EDB-56D6-845B-9C0F206A8495}"/>
          </ac:spMkLst>
        </pc:spChg>
        <pc:spChg chg="add mod">
          <ac:chgData name="Bart Wolleswinkel" userId="b168cadc-1825-41ce-b9cc-7c7f06f6f31d" providerId="ADAL" clId="{22248CC1-9068-5BCB-B15B-4353FE48F57D}" dt="2026-01-20T15:07:13.821" v="309" actId="20577"/>
          <ac:spMkLst>
            <pc:docMk/>
            <pc:sldMk cId="256577611" sldId="270"/>
            <ac:spMk id="31" creationId="{0EF05441-0683-728E-4A34-EF5A24137268}"/>
          </ac:spMkLst>
        </pc:spChg>
        <pc:spChg chg="add mod">
          <ac:chgData name="Bart Wolleswinkel" userId="b168cadc-1825-41ce-b9cc-7c7f06f6f31d" providerId="ADAL" clId="{22248CC1-9068-5BCB-B15B-4353FE48F57D}" dt="2026-01-20T15:08:09.192" v="348" actId="20577"/>
          <ac:spMkLst>
            <pc:docMk/>
            <pc:sldMk cId="256577611" sldId="270"/>
            <ac:spMk id="35" creationId="{C7F5BFFE-BCB1-3828-56C9-8B92D2E6618E}"/>
          </ac:spMkLst>
        </pc:spChg>
        <pc:spChg chg="add mod">
          <ac:chgData name="Bart Wolleswinkel" userId="b168cadc-1825-41ce-b9cc-7c7f06f6f31d" providerId="ADAL" clId="{22248CC1-9068-5BCB-B15B-4353FE48F57D}" dt="2026-01-20T15:12:40.518" v="490" actId="1036"/>
          <ac:spMkLst>
            <pc:docMk/>
            <pc:sldMk cId="256577611" sldId="270"/>
            <ac:spMk id="36" creationId="{46024753-7B1C-9892-881D-6D08FB44A10F}"/>
          </ac:spMkLst>
        </pc:spChg>
        <pc:spChg chg="add mod">
          <ac:chgData name="Bart Wolleswinkel" userId="b168cadc-1825-41ce-b9cc-7c7f06f6f31d" providerId="ADAL" clId="{22248CC1-9068-5BCB-B15B-4353FE48F57D}" dt="2026-01-20T15:12:40.518" v="490" actId="1036"/>
          <ac:spMkLst>
            <pc:docMk/>
            <pc:sldMk cId="256577611" sldId="270"/>
            <ac:spMk id="39" creationId="{5F2FC91F-0C34-291B-5169-494EE138A4B3}"/>
          </ac:spMkLst>
        </pc:spChg>
        <pc:spChg chg="add mod">
          <ac:chgData name="Bart Wolleswinkel" userId="b168cadc-1825-41ce-b9cc-7c7f06f6f31d" providerId="ADAL" clId="{22248CC1-9068-5BCB-B15B-4353FE48F57D}" dt="2026-01-20T15:09:06.968" v="400" actId="20577"/>
          <ac:spMkLst>
            <pc:docMk/>
            <pc:sldMk cId="256577611" sldId="270"/>
            <ac:spMk id="40" creationId="{ECB3A796-49DB-D16F-EBBB-99F407AF1271}"/>
          </ac:spMkLst>
        </pc:spChg>
        <pc:spChg chg="add mod">
          <ac:chgData name="Bart Wolleswinkel" userId="b168cadc-1825-41ce-b9cc-7c7f06f6f31d" providerId="ADAL" clId="{22248CC1-9068-5BCB-B15B-4353FE48F57D}" dt="2026-01-20T15:20:18.493" v="546" actId="1036"/>
          <ac:spMkLst>
            <pc:docMk/>
            <pc:sldMk cId="256577611" sldId="270"/>
            <ac:spMk id="44" creationId="{E1ACBDEE-57A2-4BED-61D9-D434C99CB2C2}"/>
          </ac:spMkLst>
        </pc:spChg>
        <pc:spChg chg="add mod">
          <ac:chgData name="Bart Wolleswinkel" userId="b168cadc-1825-41ce-b9cc-7c7f06f6f31d" providerId="ADAL" clId="{22248CC1-9068-5BCB-B15B-4353FE48F57D}" dt="2026-01-20T15:20:18.493" v="546" actId="1036"/>
          <ac:spMkLst>
            <pc:docMk/>
            <pc:sldMk cId="256577611" sldId="270"/>
            <ac:spMk id="45" creationId="{3694A2FE-299B-3F6D-C53F-980E199F0F86}"/>
          </ac:spMkLst>
        </pc:spChg>
        <pc:spChg chg="add mod">
          <ac:chgData name="Bart Wolleswinkel" userId="b168cadc-1825-41ce-b9cc-7c7f06f6f31d" providerId="ADAL" clId="{22248CC1-9068-5BCB-B15B-4353FE48F57D}" dt="2026-01-20T15:24:16.062" v="624" actId="20577"/>
          <ac:spMkLst>
            <pc:docMk/>
            <pc:sldMk cId="256577611" sldId="270"/>
            <ac:spMk id="48" creationId="{A4516AB3-5FEE-F8FF-E693-9E60B4D026B9}"/>
          </ac:spMkLst>
        </pc:spChg>
        <pc:spChg chg="add mod">
          <ac:chgData name="Bart Wolleswinkel" userId="b168cadc-1825-41ce-b9cc-7c7f06f6f31d" providerId="ADAL" clId="{22248CC1-9068-5BCB-B15B-4353FE48F57D}" dt="2026-01-20T15:20:18.493" v="546" actId="1036"/>
          <ac:spMkLst>
            <pc:docMk/>
            <pc:sldMk cId="256577611" sldId="270"/>
            <ac:spMk id="49" creationId="{3391296E-C1A0-5DB5-DE1B-A222A4FB3645}"/>
          </ac:spMkLst>
        </pc:spChg>
        <pc:spChg chg="add mod">
          <ac:chgData name="Bart Wolleswinkel" userId="b168cadc-1825-41ce-b9cc-7c7f06f6f31d" providerId="ADAL" clId="{22248CC1-9068-5BCB-B15B-4353FE48F57D}" dt="2026-01-20T15:16:51.366" v="492" actId="1076"/>
          <ac:spMkLst>
            <pc:docMk/>
            <pc:sldMk cId="256577611" sldId="270"/>
            <ac:spMk id="52" creationId="{0F9A0B0C-2C01-8E54-06D9-6390DC06D869}"/>
          </ac:spMkLst>
        </pc:spChg>
        <pc:spChg chg="add mod">
          <ac:chgData name="Bart Wolleswinkel" userId="b168cadc-1825-41ce-b9cc-7c7f06f6f31d" providerId="ADAL" clId="{22248CC1-9068-5BCB-B15B-4353FE48F57D}" dt="2026-01-20T15:16:51.366" v="492" actId="1076"/>
          <ac:spMkLst>
            <pc:docMk/>
            <pc:sldMk cId="256577611" sldId="270"/>
            <ac:spMk id="53" creationId="{33EEAA37-C2D5-E25D-4BF2-EECAB9E308BE}"/>
          </ac:spMkLst>
        </pc:spChg>
        <pc:spChg chg="add mod">
          <ac:chgData name="Bart Wolleswinkel" userId="b168cadc-1825-41ce-b9cc-7c7f06f6f31d" providerId="ADAL" clId="{22248CC1-9068-5BCB-B15B-4353FE48F57D}" dt="2026-01-20T15:24:20.557" v="631" actId="20577"/>
          <ac:spMkLst>
            <pc:docMk/>
            <pc:sldMk cId="256577611" sldId="270"/>
            <ac:spMk id="54" creationId="{E9659A6A-4D07-CA6F-2418-90995BD3741F}"/>
          </ac:spMkLst>
        </pc:spChg>
        <pc:spChg chg="add mod">
          <ac:chgData name="Bart Wolleswinkel" userId="b168cadc-1825-41ce-b9cc-7c7f06f6f31d" providerId="ADAL" clId="{22248CC1-9068-5BCB-B15B-4353FE48F57D}" dt="2026-01-20T15:16:51.366" v="492" actId="1076"/>
          <ac:spMkLst>
            <pc:docMk/>
            <pc:sldMk cId="256577611" sldId="270"/>
            <ac:spMk id="55" creationId="{E9F6A74B-AE29-9968-0D2D-26BC509AAFE5}"/>
          </ac:spMkLst>
        </pc:spChg>
        <pc:spChg chg="add mod">
          <ac:chgData name="Bart Wolleswinkel" userId="b168cadc-1825-41ce-b9cc-7c7f06f6f31d" providerId="ADAL" clId="{22248CC1-9068-5BCB-B15B-4353FE48F57D}" dt="2026-01-20T15:23:51.680" v="605" actId="207"/>
          <ac:spMkLst>
            <pc:docMk/>
            <pc:sldMk cId="256577611" sldId="270"/>
            <ac:spMk id="56" creationId="{384FB3F3-D105-27DE-B6DF-76E302A90BAB}"/>
          </ac:spMkLst>
        </pc:spChg>
        <pc:spChg chg="add mod">
          <ac:chgData name="Bart Wolleswinkel" userId="b168cadc-1825-41ce-b9cc-7c7f06f6f31d" providerId="ADAL" clId="{22248CC1-9068-5BCB-B15B-4353FE48F57D}" dt="2026-01-20T15:19:22.903" v="524" actId="1076"/>
          <ac:spMkLst>
            <pc:docMk/>
            <pc:sldMk cId="256577611" sldId="270"/>
            <ac:spMk id="60" creationId="{0F8E9D19-E8C5-99C9-064F-A92D7783459D}"/>
          </ac:spMkLst>
        </pc:spChg>
        <pc:spChg chg="add mod">
          <ac:chgData name="Bart Wolleswinkel" userId="b168cadc-1825-41ce-b9cc-7c7f06f6f31d" providerId="ADAL" clId="{22248CC1-9068-5BCB-B15B-4353FE48F57D}" dt="2026-01-20T15:20:18.493" v="546" actId="1036"/>
          <ac:spMkLst>
            <pc:docMk/>
            <pc:sldMk cId="256577611" sldId="270"/>
            <ac:spMk id="65" creationId="{735B66C2-1214-40ED-D40C-6FFF46C6C788}"/>
          </ac:spMkLst>
        </pc:spChg>
        <pc:spChg chg="add mod">
          <ac:chgData name="Bart Wolleswinkel" userId="b168cadc-1825-41ce-b9cc-7c7f06f6f31d" providerId="ADAL" clId="{22248CC1-9068-5BCB-B15B-4353FE48F57D}" dt="2026-01-20T15:22:35.629" v="587" actId="1076"/>
          <ac:spMkLst>
            <pc:docMk/>
            <pc:sldMk cId="256577611" sldId="270"/>
            <ac:spMk id="98" creationId="{0F9B3F62-D90F-03BB-3091-4FEC24DD5285}"/>
          </ac:spMkLst>
        </pc:spChg>
        <pc:spChg chg="add mod">
          <ac:chgData name="Bart Wolleswinkel" userId="b168cadc-1825-41ce-b9cc-7c7f06f6f31d" providerId="ADAL" clId="{22248CC1-9068-5BCB-B15B-4353FE48F57D}" dt="2026-01-20T15:22:55.376" v="599" actId="1076"/>
          <ac:spMkLst>
            <pc:docMk/>
            <pc:sldMk cId="256577611" sldId="270"/>
            <ac:spMk id="99" creationId="{0C72E31E-455A-FBD2-4BBA-4CF107DEF489}"/>
          </ac:spMkLst>
        </pc:spChg>
        <pc:cxnChg chg="add mod">
          <ac:chgData name="Bart Wolleswinkel" userId="b168cadc-1825-41ce-b9cc-7c7f06f6f31d" providerId="ADAL" clId="{22248CC1-9068-5BCB-B15B-4353FE48F57D}" dt="2026-01-20T15:23:41.855" v="602" actId="208"/>
          <ac:cxnSpMkLst>
            <pc:docMk/>
            <pc:sldMk cId="256577611" sldId="270"/>
            <ac:cxnSpMk id="58" creationId="{CB160640-7D55-E889-FF2C-9E947D055F58}"/>
          </ac:cxnSpMkLst>
        </pc:cxnChg>
        <pc:cxnChg chg="add mod">
          <ac:chgData name="Bart Wolleswinkel" userId="b168cadc-1825-41ce-b9cc-7c7f06f6f31d" providerId="ADAL" clId="{22248CC1-9068-5BCB-B15B-4353FE48F57D}" dt="2026-01-20T15:23:41.855" v="602" actId="208"/>
          <ac:cxnSpMkLst>
            <pc:docMk/>
            <pc:sldMk cId="256577611" sldId="270"/>
            <ac:cxnSpMk id="62" creationId="{326EE48B-8553-34D7-207C-24D1CD275171}"/>
          </ac:cxnSpMkLst>
        </pc:cxnChg>
        <pc:cxnChg chg="add mod">
          <ac:chgData name="Bart Wolleswinkel" userId="b168cadc-1825-41ce-b9cc-7c7f06f6f31d" providerId="ADAL" clId="{22248CC1-9068-5BCB-B15B-4353FE48F57D}" dt="2026-01-20T15:20:53.378" v="550" actId="693"/>
          <ac:cxnSpMkLst>
            <pc:docMk/>
            <pc:sldMk cId="256577611" sldId="270"/>
            <ac:cxnSpMk id="68" creationId="{A06285C3-E2DD-78A2-324A-36B23C3923D1}"/>
          </ac:cxnSpMkLst>
        </pc:cxnChg>
        <pc:cxnChg chg="add mod">
          <ac:chgData name="Bart Wolleswinkel" userId="b168cadc-1825-41ce-b9cc-7c7f06f6f31d" providerId="ADAL" clId="{22248CC1-9068-5BCB-B15B-4353FE48F57D}" dt="2026-01-20T15:21:11.853" v="552" actId="208"/>
          <ac:cxnSpMkLst>
            <pc:docMk/>
            <pc:sldMk cId="256577611" sldId="270"/>
            <ac:cxnSpMk id="70" creationId="{4892971B-8575-8709-D637-9D7F8DC59ACE}"/>
          </ac:cxnSpMkLst>
        </pc:cxnChg>
        <pc:cxnChg chg="add mod">
          <ac:chgData name="Bart Wolleswinkel" userId="b168cadc-1825-41ce-b9cc-7c7f06f6f31d" providerId="ADAL" clId="{22248CC1-9068-5BCB-B15B-4353FE48F57D}" dt="2026-01-20T15:21:19.820" v="556" actId="14100"/>
          <ac:cxnSpMkLst>
            <pc:docMk/>
            <pc:sldMk cId="256577611" sldId="270"/>
            <ac:cxnSpMk id="71" creationId="{1E5CE429-681C-5DAF-8D0B-65C0F4417D49}"/>
          </ac:cxnSpMkLst>
        </pc:cxnChg>
        <pc:cxnChg chg="add mod">
          <ac:chgData name="Bart Wolleswinkel" userId="b168cadc-1825-41ce-b9cc-7c7f06f6f31d" providerId="ADAL" clId="{22248CC1-9068-5BCB-B15B-4353FE48F57D}" dt="2026-01-20T15:21:26.193" v="559" actId="14100"/>
          <ac:cxnSpMkLst>
            <pc:docMk/>
            <pc:sldMk cId="256577611" sldId="270"/>
            <ac:cxnSpMk id="74" creationId="{81A6DDD5-A169-0B9B-6346-2A49968A14B0}"/>
          </ac:cxnSpMkLst>
        </pc:cxnChg>
        <pc:cxnChg chg="add mod">
          <ac:chgData name="Bart Wolleswinkel" userId="b168cadc-1825-41ce-b9cc-7c7f06f6f31d" providerId="ADAL" clId="{22248CC1-9068-5BCB-B15B-4353FE48F57D}" dt="2026-01-20T15:21:31.277" v="562" actId="14100"/>
          <ac:cxnSpMkLst>
            <pc:docMk/>
            <pc:sldMk cId="256577611" sldId="270"/>
            <ac:cxnSpMk id="77" creationId="{D4CDD7AC-D61F-D8DC-2421-10C60C045D22}"/>
          </ac:cxnSpMkLst>
        </pc:cxnChg>
        <pc:cxnChg chg="add mod">
          <ac:chgData name="Bart Wolleswinkel" userId="b168cadc-1825-41ce-b9cc-7c7f06f6f31d" providerId="ADAL" clId="{22248CC1-9068-5BCB-B15B-4353FE48F57D}" dt="2026-01-20T15:21:36.623" v="565" actId="14100"/>
          <ac:cxnSpMkLst>
            <pc:docMk/>
            <pc:sldMk cId="256577611" sldId="270"/>
            <ac:cxnSpMk id="80" creationId="{03F03A83-73D1-E740-D3CF-AA7DD0BB29DD}"/>
          </ac:cxnSpMkLst>
        </pc:cxnChg>
        <pc:cxnChg chg="add mod">
          <ac:chgData name="Bart Wolleswinkel" userId="b168cadc-1825-41ce-b9cc-7c7f06f6f31d" providerId="ADAL" clId="{22248CC1-9068-5BCB-B15B-4353FE48F57D}" dt="2026-01-20T15:21:41.955" v="568" actId="14100"/>
          <ac:cxnSpMkLst>
            <pc:docMk/>
            <pc:sldMk cId="256577611" sldId="270"/>
            <ac:cxnSpMk id="83" creationId="{9AA9BD13-A229-C27F-1A07-2C1E88FE0314}"/>
          </ac:cxnSpMkLst>
        </pc:cxnChg>
        <pc:cxnChg chg="add mod">
          <ac:chgData name="Bart Wolleswinkel" userId="b168cadc-1825-41ce-b9cc-7c7f06f6f31d" providerId="ADAL" clId="{22248CC1-9068-5BCB-B15B-4353FE48F57D}" dt="2026-01-20T15:21:48.015" v="571" actId="14100"/>
          <ac:cxnSpMkLst>
            <pc:docMk/>
            <pc:sldMk cId="256577611" sldId="270"/>
            <ac:cxnSpMk id="86" creationId="{8C50D640-4CCD-044B-77C9-FB954D198064}"/>
          </ac:cxnSpMkLst>
        </pc:cxnChg>
        <pc:cxnChg chg="add mod">
          <ac:chgData name="Bart Wolleswinkel" userId="b168cadc-1825-41ce-b9cc-7c7f06f6f31d" providerId="ADAL" clId="{22248CC1-9068-5BCB-B15B-4353FE48F57D}" dt="2026-01-20T15:21:54.538" v="574" actId="14100"/>
          <ac:cxnSpMkLst>
            <pc:docMk/>
            <pc:sldMk cId="256577611" sldId="270"/>
            <ac:cxnSpMk id="89" creationId="{193FDCDF-0D29-D243-5523-E239FB9A90FB}"/>
          </ac:cxnSpMkLst>
        </pc:cxnChg>
        <pc:cxnChg chg="add mod">
          <ac:chgData name="Bart Wolleswinkel" userId="b168cadc-1825-41ce-b9cc-7c7f06f6f31d" providerId="ADAL" clId="{22248CC1-9068-5BCB-B15B-4353FE48F57D}" dt="2026-01-20T15:22:00.243" v="577" actId="14100"/>
          <ac:cxnSpMkLst>
            <pc:docMk/>
            <pc:sldMk cId="256577611" sldId="270"/>
            <ac:cxnSpMk id="92" creationId="{AC906DF5-25D2-4741-1F9E-1C7210074890}"/>
          </ac:cxnSpMkLst>
        </pc:cxnChg>
        <pc:cxnChg chg="add mod">
          <ac:chgData name="Bart Wolleswinkel" userId="b168cadc-1825-41ce-b9cc-7c7f06f6f31d" providerId="ADAL" clId="{22248CC1-9068-5BCB-B15B-4353FE48F57D}" dt="2026-01-20T15:22:06.949" v="580" actId="14100"/>
          <ac:cxnSpMkLst>
            <pc:docMk/>
            <pc:sldMk cId="256577611" sldId="270"/>
            <ac:cxnSpMk id="95" creationId="{53A879BC-5171-3628-05E5-155C343318DA}"/>
          </ac:cxnSpMkLst>
        </pc:cxnChg>
      </pc:sldChg>
      <pc:sldChg chg="addSp delSp modSp add mod">
        <pc:chgData name="Bart Wolleswinkel" userId="b168cadc-1825-41ce-b9cc-7c7f06f6f31d" providerId="ADAL" clId="{22248CC1-9068-5BCB-B15B-4353FE48F57D}" dt="2026-01-22T20:52:25.773" v="1096" actId="14100"/>
        <pc:sldMkLst>
          <pc:docMk/>
          <pc:sldMk cId="1347576788" sldId="271"/>
        </pc:sldMkLst>
        <pc:spChg chg="add mod">
          <ac:chgData name="Bart Wolleswinkel" userId="b168cadc-1825-41ce-b9cc-7c7f06f6f31d" providerId="ADAL" clId="{22248CC1-9068-5BCB-B15B-4353FE48F57D}" dt="2026-01-22T19:38:05.319" v="890" actId="1076"/>
          <ac:spMkLst>
            <pc:docMk/>
            <pc:sldMk cId="1347576788" sldId="271"/>
            <ac:spMk id="2" creationId="{0938DED3-CA50-89A8-C70E-0185566AC265}"/>
          </ac:spMkLst>
        </pc:spChg>
        <pc:spChg chg="add mod">
          <ac:chgData name="Bart Wolleswinkel" userId="b168cadc-1825-41ce-b9cc-7c7f06f6f31d" providerId="ADAL" clId="{22248CC1-9068-5BCB-B15B-4353FE48F57D}" dt="2026-01-22T19:38:05.028" v="889" actId="1076"/>
          <ac:spMkLst>
            <pc:docMk/>
            <pc:sldMk cId="1347576788" sldId="271"/>
            <ac:spMk id="3" creationId="{990779B6-0A67-37AE-3B4F-FF66FC092213}"/>
          </ac:spMkLst>
        </pc:spChg>
        <pc:spChg chg="mod">
          <ac:chgData name="Bart Wolleswinkel" userId="b168cadc-1825-41ce-b9cc-7c7f06f6f31d" providerId="ADAL" clId="{22248CC1-9068-5BCB-B15B-4353FE48F57D}" dt="2026-01-22T19:38:05.647" v="891" actId="1076"/>
          <ac:spMkLst>
            <pc:docMk/>
            <pc:sldMk cId="1347576788" sldId="271"/>
            <ac:spMk id="4" creationId="{74239BA9-D75B-9AB6-76A4-05F83029DF75}"/>
          </ac:spMkLst>
        </pc:spChg>
        <pc:spChg chg="add mod">
          <ac:chgData name="Bart Wolleswinkel" userId="b168cadc-1825-41ce-b9cc-7c7f06f6f31d" providerId="ADAL" clId="{22248CC1-9068-5BCB-B15B-4353FE48F57D}" dt="2026-01-22T19:38:15.859" v="893" actId="14100"/>
          <ac:spMkLst>
            <pc:docMk/>
            <pc:sldMk cId="1347576788" sldId="271"/>
            <ac:spMk id="5" creationId="{355F02D5-6FEE-90CA-7919-6CB6CB9DEA05}"/>
          </ac:spMkLst>
        </pc:spChg>
        <pc:spChg chg="add mod">
          <ac:chgData name="Bart Wolleswinkel" userId="b168cadc-1825-41ce-b9cc-7c7f06f6f31d" providerId="ADAL" clId="{22248CC1-9068-5BCB-B15B-4353FE48F57D}" dt="2026-01-22T19:08:09.287" v="829" actId="1076"/>
          <ac:spMkLst>
            <pc:docMk/>
            <pc:sldMk cId="1347576788" sldId="271"/>
            <ac:spMk id="6" creationId="{931BB41D-7A13-B414-C065-73EA6FA1AC70}"/>
          </ac:spMkLst>
        </pc:spChg>
        <pc:spChg chg="add mod">
          <ac:chgData name="Bart Wolleswinkel" userId="b168cadc-1825-41ce-b9cc-7c7f06f6f31d" providerId="ADAL" clId="{22248CC1-9068-5BCB-B15B-4353FE48F57D}" dt="2026-01-22T19:38:19.575" v="894" actId="1076"/>
          <ac:spMkLst>
            <pc:docMk/>
            <pc:sldMk cId="1347576788" sldId="271"/>
            <ac:spMk id="11" creationId="{C6ACE020-A259-1934-55F2-4CE79D02C4B4}"/>
          </ac:spMkLst>
        </pc:spChg>
        <pc:spChg chg="add mod">
          <ac:chgData name="Bart Wolleswinkel" userId="b168cadc-1825-41ce-b9cc-7c7f06f6f31d" providerId="ADAL" clId="{22248CC1-9068-5BCB-B15B-4353FE48F57D}" dt="2026-01-22T19:38:19.575" v="894" actId="1076"/>
          <ac:spMkLst>
            <pc:docMk/>
            <pc:sldMk cId="1347576788" sldId="271"/>
            <ac:spMk id="18" creationId="{712B5FDE-FD9E-0112-EBBE-142609D7BDE0}"/>
          </ac:spMkLst>
        </pc:spChg>
        <pc:spChg chg="add mod">
          <ac:chgData name="Bart Wolleswinkel" userId="b168cadc-1825-41ce-b9cc-7c7f06f6f31d" providerId="ADAL" clId="{22248CC1-9068-5BCB-B15B-4353FE48F57D}" dt="2026-01-22T19:08:09.287" v="829" actId="1076"/>
          <ac:spMkLst>
            <pc:docMk/>
            <pc:sldMk cId="1347576788" sldId="271"/>
            <ac:spMk id="19" creationId="{1F14A250-FE7D-C8C0-82E9-33EF1582A13E}"/>
          </ac:spMkLst>
        </pc:spChg>
        <pc:spChg chg="add mod">
          <ac:chgData name="Bart Wolleswinkel" userId="b168cadc-1825-41ce-b9cc-7c7f06f6f31d" providerId="ADAL" clId="{22248CC1-9068-5BCB-B15B-4353FE48F57D}" dt="2026-01-22T20:39:26.613" v="1002" actId="1076"/>
          <ac:spMkLst>
            <pc:docMk/>
            <pc:sldMk cId="1347576788" sldId="271"/>
            <ac:spMk id="21" creationId="{6CAC6041-E093-680D-99E8-F70FAD2F43A0}"/>
          </ac:spMkLst>
        </pc:spChg>
        <pc:spChg chg="add mod">
          <ac:chgData name="Bart Wolleswinkel" userId="b168cadc-1825-41ce-b9cc-7c7f06f6f31d" providerId="ADAL" clId="{22248CC1-9068-5BCB-B15B-4353FE48F57D}" dt="2026-01-22T20:44:00.937" v="1013" actId="122"/>
          <ac:spMkLst>
            <pc:docMk/>
            <pc:sldMk cId="1347576788" sldId="271"/>
            <ac:spMk id="38" creationId="{739A3E2D-E5AF-E4C0-72EC-88CE99C33472}"/>
          </ac:spMkLst>
        </pc:spChg>
        <pc:spChg chg="add mod">
          <ac:chgData name="Bart Wolleswinkel" userId="b168cadc-1825-41ce-b9cc-7c7f06f6f31d" providerId="ADAL" clId="{22248CC1-9068-5BCB-B15B-4353FE48F57D}" dt="2026-01-22T20:49:05.149" v="1064" actId="1076"/>
          <ac:spMkLst>
            <pc:docMk/>
            <pc:sldMk cId="1347576788" sldId="271"/>
            <ac:spMk id="42" creationId="{1C971336-8201-3048-7B2C-AEFDF793E926}"/>
          </ac:spMkLst>
        </pc:spChg>
        <pc:spChg chg="add mod">
          <ac:chgData name="Bart Wolleswinkel" userId="b168cadc-1825-41ce-b9cc-7c7f06f6f31d" providerId="ADAL" clId="{22248CC1-9068-5BCB-B15B-4353FE48F57D}" dt="2026-01-22T20:49:05.149" v="1064" actId="1076"/>
          <ac:spMkLst>
            <pc:docMk/>
            <pc:sldMk cId="1347576788" sldId="271"/>
            <ac:spMk id="43" creationId="{9CE237E0-7541-4EDD-0214-EF461A5CCCD8}"/>
          </ac:spMkLst>
        </pc:spChg>
        <pc:spChg chg="add mod">
          <ac:chgData name="Bart Wolleswinkel" userId="b168cadc-1825-41ce-b9cc-7c7f06f6f31d" providerId="ADAL" clId="{22248CC1-9068-5BCB-B15B-4353FE48F57D}" dt="2026-01-22T20:52:25.773" v="1096" actId="14100"/>
          <ac:spMkLst>
            <pc:docMk/>
            <pc:sldMk cId="1347576788" sldId="271"/>
            <ac:spMk id="46" creationId="{4F51D9F7-C37B-68AE-FB72-B6573F7D35CE}"/>
          </ac:spMkLst>
        </pc:spChg>
        <pc:spChg chg="add mod">
          <ac:chgData name="Bart Wolleswinkel" userId="b168cadc-1825-41ce-b9cc-7c7f06f6f31d" providerId="ADAL" clId="{22248CC1-9068-5BCB-B15B-4353FE48F57D}" dt="2026-01-22T20:49:23.205" v="1070" actId="20577"/>
          <ac:spMkLst>
            <pc:docMk/>
            <pc:sldMk cId="1347576788" sldId="271"/>
            <ac:spMk id="47" creationId="{547A3D8A-AF7C-2AEF-6CF5-2CF8CE723787}"/>
          </ac:spMkLst>
        </pc:spChg>
        <pc:cxnChg chg="add del mod">
          <ac:chgData name="Bart Wolleswinkel" userId="b168cadc-1825-41ce-b9cc-7c7f06f6f31d" providerId="ADAL" clId="{22248CC1-9068-5BCB-B15B-4353FE48F57D}" dt="2026-01-22T19:38:15.859" v="893" actId="14100"/>
          <ac:cxnSpMkLst>
            <pc:docMk/>
            <pc:sldMk cId="1347576788" sldId="271"/>
            <ac:cxnSpMk id="10" creationId="{6AD86F23-68E8-944E-E570-576EF619FD47}"/>
          </ac:cxnSpMkLst>
        </pc:cxnChg>
      </pc:sldChg>
      <pc:sldChg chg="addSp delSp modSp add mod">
        <pc:chgData name="Bart Wolleswinkel" userId="b168cadc-1825-41ce-b9cc-7c7f06f6f31d" providerId="ADAL" clId="{22248CC1-9068-5BCB-B15B-4353FE48F57D}" dt="2026-01-25T21:04:37.088" v="1930" actId="1076"/>
        <pc:sldMkLst>
          <pc:docMk/>
          <pc:sldMk cId="3745362789" sldId="272"/>
        </pc:sldMkLst>
        <pc:spChg chg="del">
          <ac:chgData name="Bart Wolleswinkel" userId="b168cadc-1825-41ce-b9cc-7c7f06f6f31d" providerId="ADAL" clId="{22248CC1-9068-5BCB-B15B-4353FE48F57D}" dt="2026-01-25T20:03:06.978" v="1100" actId="478"/>
          <ac:spMkLst>
            <pc:docMk/>
            <pc:sldMk cId="3745362789" sldId="272"/>
            <ac:spMk id="2" creationId="{3B97E6E3-6FE6-6023-C3A6-C5AEDADCE643}"/>
          </ac:spMkLst>
        </pc:spChg>
        <pc:spChg chg="del">
          <ac:chgData name="Bart Wolleswinkel" userId="b168cadc-1825-41ce-b9cc-7c7f06f6f31d" providerId="ADAL" clId="{22248CC1-9068-5BCB-B15B-4353FE48F57D}" dt="2026-01-25T20:03:06.978" v="1100" actId="478"/>
          <ac:spMkLst>
            <pc:docMk/>
            <pc:sldMk cId="3745362789" sldId="272"/>
            <ac:spMk id="3" creationId="{F57C6CC6-92D0-F54C-37D9-8B66E2472077}"/>
          </ac:spMkLst>
        </pc:spChg>
        <pc:spChg chg="del">
          <ac:chgData name="Bart Wolleswinkel" userId="b168cadc-1825-41ce-b9cc-7c7f06f6f31d" providerId="ADAL" clId="{22248CC1-9068-5BCB-B15B-4353FE48F57D}" dt="2026-01-25T20:03:03.195" v="1098" actId="478"/>
          <ac:spMkLst>
            <pc:docMk/>
            <pc:sldMk cId="3745362789" sldId="272"/>
            <ac:spMk id="4" creationId="{9B623544-58AA-0F9E-ACE8-9AB6D06305CE}"/>
          </ac:spMkLst>
        </pc:spChg>
        <pc:spChg chg="add del mod">
          <ac:chgData name="Bart Wolleswinkel" userId="b168cadc-1825-41ce-b9cc-7c7f06f6f31d" providerId="ADAL" clId="{22248CC1-9068-5BCB-B15B-4353FE48F57D}" dt="2026-01-25T20:03:04.592" v="1099" actId="478"/>
          <ac:spMkLst>
            <pc:docMk/>
            <pc:sldMk cId="3745362789" sldId="272"/>
            <ac:spMk id="8" creationId="{DC8B04BC-341D-5AAC-FAA5-F35C4BF6495F}"/>
          </ac:spMkLst>
        </pc:spChg>
        <pc:spChg chg="add mod">
          <ac:chgData name="Bart Wolleswinkel" userId="b168cadc-1825-41ce-b9cc-7c7f06f6f31d" providerId="ADAL" clId="{22248CC1-9068-5BCB-B15B-4353FE48F57D}" dt="2026-01-25T20:03:21.389" v="1109" actId="1076"/>
          <ac:spMkLst>
            <pc:docMk/>
            <pc:sldMk cId="3745362789" sldId="272"/>
            <ac:spMk id="9" creationId="{524906FF-91F8-0CB7-9142-1D55E16039A9}"/>
          </ac:spMkLst>
        </pc:spChg>
        <pc:spChg chg="add del mod">
          <ac:chgData name="Bart Wolleswinkel" userId="b168cadc-1825-41ce-b9cc-7c7f06f6f31d" providerId="ADAL" clId="{22248CC1-9068-5BCB-B15B-4353FE48F57D}" dt="2026-01-25T20:03:27.545" v="1111" actId="478"/>
          <ac:spMkLst>
            <pc:docMk/>
            <pc:sldMk cId="3745362789" sldId="272"/>
            <ac:spMk id="12" creationId="{77DC837B-D9EE-ED01-D247-E12AEF2C2579}"/>
          </ac:spMkLst>
        </pc:spChg>
        <pc:spChg chg="add mod">
          <ac:chgData name="Bart Wolleswinkel" userId="b168cadc-1825-41ce-b9cc-7c7f06f6f31d" providerId="ADAL" clId="{22248CC1-9068-5BCB-B15B-4353FE48F57D}" dt="2026-01-25T20:03:44.218" v="1116" actId="20577"/>
          <ac:spMkLst>
            <pc:docMk/>
            <pc:sldMk cId="3745362789" sldId="272"/>
            <ac:spMk id="13" creationId="{3A3555BB-C762-0C7E-CBC1-5FD46DB5FA66}"/>
          </ac:spMkLst>
        </pc:spChg>
        <pc:spChg chg="add mod">
          <ac:chgData name="Bart Wolleswinkel" userId="b168cadc-1825-41ce-b9cc-7c7f06f6f31d" providerId="ADAL" clId="{22248CC1-9068-5BCB-B15B-4353FE48F57D}" dt="2026-01-25T20:04:39.216" v="1131" actId="1076"/>
          <ac:spMkLst>
            <pc:docMk/>
            <pc:sldMk cId="3745362789" sldId="272"/>
            <ac:spMk id="16" creationId="{5CB70523-3EBB-ADB5-25EE-65B280CC08B6}"/>
          </ac:spMkLst>
        </pc:spChg>
        <pc:spChg chg="add mod">
          <ac:chgData name="Bart Wolleswinkel" userId="b168cadc-1825-41ce-b9cc-7c7f06f6f31d" providerId="ADAL" clId="{22248CC1-9068-5BCB-B15B-4353FE48F57D}" dt="2026-01-25T20:33:26.055" v="1633" actId="1076"/>
          <ac:spMkLst>
            <pc:docMk/>
            <pc:sldMk cId="3745362789" sldId="272"/>
            <ac:spMk id="17" creationId="{3871CBB6-2271-B98A-30B3-7BF0A14CABC2}"/>
          </ac:spMkLst>
        </pc:spChg>
        <pc:spChg chg="del">
          <ac:chgData name="Bart Wolleswinkel" userId="b168cadc-1825-41ce-b9cc-7c7f06f6f31d" providerId="ADAL" clId="{22248CC1-9068-5BCB-B15B-4353FE48F57D}" dt="2026-01-25T20:03:06.978" v="1100" actId="478"/>
          <ac:spMkLst>
            <pc:docMk/>
            <pc:sldMk cId="3745362789" sldId="272"/>
            <ac:spMk id="18" creationId="{126FD237-5402-80AD-8626-19CCCDAF0E10}"/>
          </ac:spMkLst>
        </pc:spChg>
        <pc:spChg chg="del">
          <ac:chgData name="Bart Wolleswinkel" userId="b168cadc-1825-41ce-b9cc-7c7f06f6f31d" providerId="ADAL" clId="{22248CC1-9068-5BCB-B15B-4353FE48F57D}" dt="2026-01-25T20:03:06.978" v="1100" actId="478"/>
          <ac:spMkLst>
            <pc:docMk/>
            <pc:sldMk cId="3745362789" sldId="272"/>
            <ac:spMk id="19" creationId="{F40BA6BE-B14D-08EA-3077-AAF843FB4A69}"/>
          </ac:spMkLst>
        </pc:spChg>
        <pc:spChg chg="add mod">
          <ac:chgData name="Bart Wolleswinkel" userId="b168cadc-1825-41ce-b9cc-7c7f06f6f31d" providerId="ADAL" clId="{22248CC1-9068-5BCB-B15B-4353FE48F57D}" dt="2026-01-25T20:38:48.201" v="1686" actId="1076"/>
          <ac:spMkLst>
            <pc:docMk/>
            <pc:sldMk cId="3745362789" sldId="272"/>
            <ac:spMk id="20" creationId="{A186645D-1EDB-D2AF-0036-97FAB8AED13A}"/>
          </ac:spMkLst>
        </pc:spChg>
        <pc:spChg chg="del">
          <ac:chgData name="Bart Wolleswinkel" userId="b168cadc-1825-41ce-b9cc-7c7f06f6f31d" providerId="ADAL" clId="{22248CC1-9068-5BCB-B15B-4353FE48F57D}" dt="2026-01-25T20:03:06.978" v="1100" actId="478"/>
          <ac:spMkLst>
            <pc:docMk/>
            <pc:sldMk cId="3745362789" sldId="272"/>
            <ac:spMk id="21" creationId="{42BD5B64-D780-7265-3563-E4AC87F5AB6A}"/>
          </ac:spMkLst>
        </pc:spChg>
        <pc:spChg chg="add mod">
          <ac:chgData name="Bart Wolleswinkel" userId="b168cadc-1825-41ce-b9cc-7c7f06f6f31d" providerId="ADAL" clId="{22248CC1-9068-5BCB-B15B-4353FE48F57D}" dt="2026-01-25T20:38:48.201" v="1686" actId="1076"/>
          <ac:spMkLst>
            <pc:docMk/>
            <pc:sldMk cId="3745362789" sldId="272"/>
            <ac:spMk id="22" creationId="{E6CE8B90-004A-657D-8662-778F3824AD76}"/>
          </ac:spMkLst>
        </pc:spChg>
        <pc:spChg chg="add mod">
          <ac:chgData name="Bart Wolleswinkel" userId="b168cadc-1825-41ce-b9cc-7c7f06f6f31d" providerId="ADAL" clId="{22248CC1-9068-5BCB-B15B-4353FE48F57D}" dt="2026-01-25T20:38:39.705" v="1685" actId="20577"/>
          <ac:spMkLst>
            <pc:docMk/>
            <pc:sldMk cId="3745362789" sldId="272"/>
            <ac:spMk id="23" creationId="{96A84DEC-A61A-6270-658A-2CDCF01398B3}"/>
          </ac:spMkLst>
        </pc:spChg>
        <pc:spChg chg="add mod">
          <ac:chgData name="Bart Wolleswinkel" userId="b168cadc-1825-41ce-b9cc-7c7f06f6f31d" providerId="ADAL" clId="{22248CC1-9068-5BCB-B15B-4353FE48F57D}" dt="2026-01-25T20:38:55.496" v="1688" actId="20577"/>
          <ac:spMkLst>
            <pc:docMk/>
            <pc:sldMk cId="3745362789" sldId="272"/>
            <ac:spMk id="24" creationId="{851023F7-F7BF-EDB5-ADDC-2DBCF2168186}"/>
          </ac:spMkLst>
        </pc:spChg>
        <pc:spChg chg="add mod">
          <ac:chgData name="Bart Wolleswinkel" userId="b168cadc-1825-41ce-b9cc-7c7f06f6f31d" providerId="ADAL" clId="{22248CC1-9068-5BCB-B15B-4353FE48F57D}" dt="2026-01-25T20:38:48.201" v="1686" actId="1076"/>
          <ac:spMkLst>
            <pc:docMk/>
            <pc:sldMk cId="3745362789" sldId="272"/>
            <ac:spMk id="25" creationId="{EABD0B15-670E-E5A9-FE45-E7B2BA9B5BEB}"/>
          </ac:spMkLst>
        </pc:spChg>
        <pc:spChg chg="add mod">
          <ac:chgData name="Bart Wolleswinkel" userId="b168cadc-1825-41ce-b9cc-7c7f06f6f31d" providerId="ADAL" clId="{22248CC1-9068-5BCB-B15B-4353FE48F57D}" dt="2026-01-25T21:00:05.798" v="1876" actId="1076"/>
          <ac:spMkLst>
            <pc:docMk/>
            <pc:sldMk cId="3745362789" sldId="272"/>
            <ac:spMk id="26" creationId="{4EBCC133-1E1B-ECE8-B5E5-55A2CBCAF677}"/>
          </ac:spMkLst>
        </pc:spChg>
        <pc:spChg chg="add mod">
          <ac:chgData name="Bart Wolleswinkel" userId="b168cadc-1825-41ce-b9cc-7c7f06f6f31d" providerId="ADAL" clId="{22248CC1-9068-5BCB-B15B-4353FE48F57D}" dt="2026-01-25T20:52:41.761" v="1695" actId="1076"/>
          <ac:spMkLst>
            <pc:docMk/>
            <pc:sldMk cId="3745362789" sldId="272"/>
            <ac:spMk id="31" creationId="{BDBA7F4B-63BF-A032-4E7B-28C33E2B8004}"/>
          </ac:spMkLst>
        </pc:spChg>
        <pc:spChg chg="del">
          <ac:chgData name="Bart Wolleswinkel" userId="b168cadc-1825-41ce-b9cc-7c7f06f6f31d" providerId="ADAL" clId="{22248CC1-9068-5BCB-B15B-4353FE48F57D}" dt="2026-01-25T20:03:06.978" v="1100" actId="478"/>
          <ac:spMkLst>
            <pc:docMk/>
            <pc:sldMk cId="3745362789" sldId="272"/>
            <ac:spMk id="38" creationId="{3B89C261-561F-5058-D01B-43C7641D2380}"/>
          </ac:spMkLst>
        </pc:spChg>
        <pc:spChg chg="del">
          <ac:chgData name="Bart Wolleswinkel" userId="b168cadc-1825-41ce-b9cc-7c7f06f6f31d" providerId="ADAL" clId="{22248CC1-9068-5BCB-B15B-4353FE48F57D}" dt="2026-01-25T20:03:06.978" v="1100" actId="478"/>
          <ac:spMkLst>
            <pc:docMk/>
            <pc:sldMk cId="3745362789" sldId="272"/>
            <ac:spMk id="42" creationId="{103C9B4C-C796-1D05-78BD-BB3AB9C65A9D}"/>
          </ac:spMkLst>
        </pc:spChg>
        <pc:spChg chg="del">
          <ac:chgData name="Bart Wolleswinkel" userId="b168cadc-1825-41ce-b9cc-7c7f06f6f31d" providerId="ADAL" clId="{22248CC1-9068-5BCB-B15B-4353FE48F57D}" dt="2026-01-25T20:03:06.978" v="1100" actId="478"/>
          <ac:spMkLst>
            <pc:docMk/>
            <pc:sldMk cId="3745362789" sldId="272"/>
            <ac:spMk id="43" creationId="{99FD20BC-E4AA-89FF-4029-8611209FB5D2}"/>
          </ac:spMkLst>
        </pc:spChg>
        <pc:spChg chg="del">
          <ac:chgData name="Bart Wolleswinkel" userId="b168cadc-1825-41ce-b9cc-7c7f06f6f31d" providerId="ADAL" clId="{22248CC1-9068-5BCB-B15B-4353FE48F57D}" dt="2026-01-25T20:03:06.978" v="1100" actId="478"/>
          <ac:spMkLst>
            <pc:docMk/>
            <pc:sldMk cId="3745362789" sldId="272"/>
            <ac:spMk id="46" creationId="{0275C84D-9989-EB78-BE00-B12A2ABB702D}"/>
          </ac:spMkLst>
        </pc:spChg>
        <pc:spChg chg="del">
          <ac:chgData name="Bart Wolleswinkel" userId="b168cadc-1825-41ce-b9cc-7c7f06f6f31d" providerId="ADAL" clId="{22248CC1-9068-5BCB-B15B-4353FE48F57D}" dt="2026-01-25T20:03:06.978" v="1100" actId="478"/>
          <ac:spMkLst>
            <pc:docMk/>
            <pc:sldMk cId="3745362789" sldId="272"/>
            <ac:spMk id="47" creationId="{9A125434-BB3F-4156-8F50-F4BB63C44303}"/>
          </ac:spMkLst>
        </pc:spChg>
        <pc:spChg chg="add mod">
          <ac:chgData name="Bart Wolleswinkel" userId="b168cadc-1825-41ce-b9cc-7c7f06f6f31d" providerId="ADAL" clId="{22248CC1-9068-5BCB-B15B-4353FE48F57D}" dt="2026-01-25T21:00:10.134" v="1877" actId="1076"/>
          <ac:spMkLst>
            <pc:docMk/>
            <pc:sldMk cId="3745362789" sldId="272"/>
            <ac:spMk id="49" creationId="{8CAAB034-CD59-BD1F-1F14-6BE97ED7CC84}"/>
          </ac:spMkLst>
        </pc:spChg>
        <pc:spChg chg="add del mod">
          <ac:chgData name="Bart Wolleswinkel" userId="b168cadc-1825-41ce-b9cc-7c7f06f6f31d" providerId="ADAL" clId="{22248CC1-9068-5BCB-B15B-4353FE48F57D}" dt="2026-01-25T20:25:51.550" v="1562" actId="478"/>
          <ac:spMkLst>
            <pc:docMk/>
            <pc:sldMk cId="3745362789" sldId="272"/>
            <ac:spMk id="53" creationId="{430E5523-64E0-D6A0-38AE-67FB9CBEBC5E}"/>
          </ac:spMkLst>
        </pc:spChg>
        <pc:spChg chg="add mod">
          <ac:chgData name="Bart Wolleswinkel" userId="b168cadc-1825-41ce-b9cc-7c7f06f6f31d" providerId="ADAL" clId="{22248CC1-9068-5BCB-B15B-4353FE48F57D}" dt="2026-01-25T21:01:02.469" v="1880" actId="1076"/>
          <ac:spMkLst>
            <pc:docMk/>
            <pc:sldMk cId="3745362789" sldId="272"/>
            <ac:spMk id="54" creationId="{995F679F-2CE4-C2C5-CCA3-6E79752299B6}"/>
          </ac:spMkLst>
        </pc:spChg>
        <pc:spChg chg="add del mod">
          <ac:chgData name="Bart Wolleswinkel" userId="b168cadc-1825-41ce-b9cc-7c7f06f6f31d" providerId="ADAL" clId="{22248CC1-9068-5BCB-B15B-4353FE48F57D}" dt="2026-01-25T20:16:16.961" v="1332" actId="478"/>
          <ac:spMkLst>
            <pc:docMk/>
            <pc:sldMk cId="3745362789" sldId="272"/>
            <ac:spMk id="65" creationId="{56E49AA5-F65F-602D-4468-B46E38FFDA97}"/>
          </ac:spMkLst>
        </pc:spChg>
        <pc:spChg chg="add mod">
          <ac:chgData name="Bart Wolleswinkel" userId="b168cadc-1825-41ce-b9cc-7c7f06f6f31d" providerId="ADAL" clId="{22248CC1-9068-5BCB-B15B-4353FE48F57D}" dt="2026-01-25T20:34:17.281" v="1640" actId="1076"/>
          <ac:spMkLst>
            <pc:docMk/>
            <pc:sldMk cId="3745362789" sldId="272"/>
            <ac:spMk id="72" creationId="{0093A161-4477-3D7E-9D43-12F35638DF07}"/>
          </ac:spMkLst>
        </pc:spChg>
        <pc:spChg chg="add mod">
          <ac:chgData name="Bart Wolleswinkel" userId="b168cadc-1825-41ce-b9cc-7c7f06f6f31d" providerId="ADAL" clId="{22248CC1-9068-5BCB-B15B-4353FE48F57D}" dt="2026-01-25T21:00:00.036" v="1874" actId="1076"/>
          <ac:spMkLst>
            <pc:docMk/>
            <pc:sldMk cId="3745362789" sldId="272"/>
            <ac:spMk id="87" creationId="{54C72385-4577-35D6-A30A-FE17378B414A}"/>
          </ac:spMkLst>
        </pc:spChg>
        <pc:spChg chg="add del mod">
          <ac:chgData name="Bart Wolleswinkel" userId="b168cadc-1825-41ce-b9cc-7c7f06f6f31d" providerId="ADAL" clId="{22248CC1-9068-5BCB-B15B-4353FE48F57D}" dt="2026-01-25T20:25:45.639" v="1560" actId="478"/>
          <ac:spMkLst>
            <pc:docMk/>
            <pc:sldMk cId="3745362789" sldId="272"/>
            <ac:spMk id="91" creationId="{B36DFF45-242A-AAD7-B69D-509CE606202C}"/>
          </ac:spMkLst>
        </pc:spChg>
        <pc:spChg chg="add mod">
          <ac:chgData name="Bart Wolleswinkel" userId="b168cadc-1825-41ce-b9cc-7c7f06f6f31d" providerId="ADAL" clId="{22248CC1-9068-5BCB-B15B-4353FE48F57D}" dt="2026-01-25T21:04:37.088" v="1930" actId="1076"/>
          <ac:spMkLst>
            <pc:docMk/>
            <pc:sldMk cId="3745362789" sldId="272"/>
            <ac:spMk id="92" creationId="{1FC6B2F6-693C-F985-F6F9-5F70CCE56E4B}"/>
          </ac:spMkLst>
        </pc:spChg>
        <pc:spChg chg="add mod">
          <ac:chgData name="Bart Wolleswinkel" userId="b168cadc-1825-41ce-b9cc-7c7f06f6f31d" providerId="ADAL" clId="{22248CC1-9068-5BCB-B15B-4353FE48F57D}" dt="2026-01-25T21:01:06.705" v="1881" actId="1076"/>
          <ac:spMkLst>
            <pc:docMk/>
            <pc:sldMk cId="3745362789" sldId="272"/>
            <ac:spMk id="94" creationId="{DD4E7D6A-5A78-81D4-4044-2E8B8E1F4D36}"/>
          </ac:spMkLst>
        </pc:spChg>
        <pc:spChg chg="add del mod">
          <ac:chgData name="Bart Wolleswinkel" userId="b168cadc-1825-41ce-b9cc-7c7f06f6f31d" providerId="ADAL" clId="{22248CC1-9068-5BCB-B15B-4353FE48F57D}" dt="2026-01-25T20:19:33.554" v="1431" actId="478"/>
          <ac:spMkLst>
            <pc:docMk/>
            <pc:sldMk cId="3745362789" sldId="272"/>
            <ac:spMk id="98" creationId="{6930A2E3-20E1-F4CD-D94B-657212EB7810}"/>
          </ac:spMkLst>
        </pc:spChg>
        <pc:spChg chg="add del mod">
          <ac:chgData name="Bart Wolleswinkel" userId="b168cadc-1825-41ce-b9cc-7c7f06f6f31d" providerId="ADAL" clId="{22248CC1-9068-5BCB-B15B-4353FE48F57D}" dt="2026-01-25T20:20:57.713" v="1466" actId="478"/>
          <ac:spMkLst>
            <pc:docMk/>
            <pc:sldMk cId="3745362789" sldId="272"/>
            <ac:spMk id="99" creationId="{E166838F-6AE7-FF4C-4A1F-7C4643470B5F}"/>
          </ac:spMkLst>
        </pc:spChg>
        <pc:spChg chg="add mod">
          <ac:chgData name="Bart Wolleswinkel" userId="b168cadc-1825-41ce-b9cc-7c7f06f6f31d" providerId="ADAL" clId="{22248CC1-9068-5BCB-B15B-4353FE48F57D}" dt="2026-01-25T20:58:25.311" v="1862" actId="1076"/>
          <ac:spMkLst>
            <pc:docMk/>
            <pc:sldMk cId="3745362789" sldId="272"/>
            <ac:spMk id="100" creationId="{9B1E240F-47B8-4FCB-5AEA-B0F692CB0722}"/>
          </ac:spMkLst>
        </pc:spChg>
        <pc:spChg chg="add del mod">
          <ac:chgData name="Bart Wolleswinkel" userId="b168cadc-1825-41ce-b9cc-7c7f06f6f31d" providerId="ADAL" clId="{22248CC1-9068-5BCB-B15B-4353FE48F57D}" dt="2026-01-25T20:25:48.609" v="1561" actId="478"/>
          <ac:spMkLst>
            <pc:docMk/>
            <pc:sldMk cId="3745362789" sldId="272"/>
            <ac:spMk id="104" creationId="{01ED587E-47DA-D7E0-68D6-D8749C5A4DE6}"/>
          </ac:spMkLst>
        </pc:spChg>
        <pc:spChg chg="add mod">
          <ac:chgData name="Bart Wolleswinkel" userId="b168cadc-1825-41ce-b9cc-7c7f06f6f31d" providerId="ADAL" clId="{22248CC1-9068-5BCB-B15B-4353FE48F57D}" dt="2026-01-25T20:52:25.844" v="1692" actId="1076"/>
          <ac:spMkLst>
            <pc:docMk/>
            <pc:sldMk cId="3745362789" sldId="272"/>
            <ac:spMk id="112" creationId="{C69EB4CF-B624-A337-228B-5633AE4018A1}"/>
          </ac:spMkLst>
        </pc:spChg>
        <pc:spChg chg="add del mod">
          <ac:chgData name="Bart Wolleswinkel" userId="b168cadc-1825-41ce-b9cc-7c7f06f6f31d" providerId="ADAL" clId="{22248CC1-9068-5BCB-B15B-4353FE48F57D}" dt="2026-01-25T20:25:42.411" v="1559" actId="478"/>
          <ac:spMkLst>
            <pc:docMk/>
            <pc:sldMk cId="3745362789" sldId="272"/>
            <ac:spMk id="116" creationId="{77B797C6-3304-6C36-5E02-62833367C010}"/>
          </ac:spMkLst>
        </pc:spChg>
        <pc:spChg chg="add del mod">
          <ac:chgData name="Bart Wolleswinkel" userId="b168cadc-1825-41ce-b9cc-7c7f06f6f31d" providerId="ADAL" clId="{22248CC1-9068-5BCB-B15B-4353FE48F57D}" dt="2026-01-25T20:22:09.683" v="1493" actId="478"/>
          <ac:spMkLst>
            <pc:docMk/>
            <pc:sldMk cId="3745362789" sldId="272"/>
            <ac:spMk id="117" creationId="{70CAC2B2-B934-974F-EB7E-BB8CBE8E6360}"/>
          </ac:spMkLst>
        </pc:spChg>
        <pc:spChg chg="add mod">
          <ac:chgData name="Bart Wolleswinkel" userId="b168cadc-1825-41ce-b9cc-7c7f06f6f31d" providerId="ADAL" clId="{22248CC1-9068-5BCB-B15B-4353FE48F57D}" dt="2026-01-25T21:02:39.181" v="1909" actId="1076"/>
          <ac:spMkLst>
            <pc:docMk/>
            <pc:sldMk cId="3745362789" sldId="272"/>
            <ac:spMk id="118" creationId="{0FAE3178-190F-5194-0699-0571B51D675E}"/>
          </ac:spMkLst>
        </pc:spChg>
        <pc:spChg chg="add mod">
          <ac:chgData name="Bart Wolleswinkel" userId="b168cadc-1825-41ce-b9cc-7c7f06f6f31d" providerId="ADAL" clId="{22248CC1-9068-5BCB-B15B-4353FE48F57D}" dt="2026-01-25T21:02:39.181" v="1909" actId="1076"/>
          <ac:spMkLst>
            <pc:docMk/>
            <pc:sldMk cId="3745362789" sldId="272"/>
            <ac:spMk id="131" creationId="{A840C999-AED7-6C86-6C6C-140E0A8A1602}"/>
          </ac:spMkLst>
        </pc:spChg>
        <pc:spChg chg="add del mod">
          <ac:chgData name="Bart Wolleswinkel" userId="b168cadc-1825-41ce-b9cc-7c7f06f6f31d" providerId="ADAL" clId="{22248CC1-9068-5BCB-B15B-4353FE48F57D}" dt="2026-01-25T20:27:26.321" v="1594"/>
          <ac:spMkLst>
            <pc:docMk/>
            <pc:sldMk cId="3745362789" sldId="272"/>
            <ac:spMk id="149" creationId="{E0D6A31C-9AB9-C980-1DE6-1239C5E64B21}"/>
          </ac:spMkLst>
        </pc:spChg>
        <pc:spChg chg="add mod">
          <ac:chgData name="Bart Wolleswinkel" userId="b168cadc-1825-41ce-b9cc-7c7f06f6f31d" providerId="ADAL" clId="{22248CC1-9068-5BCB-B15B-4353FE48F57D}" dt="2026-01-25T21:00:03.356" v="1875" actId="1076"/>
          <ac:spMkLst>
            <pc:docMk/>
            <pc:sldMk cId="3745362789" sldId="272"/>
            <ac:spMk id="150" creationId="{85BEA69B-8863-5DFF-25C4-32D9D9264D57}"/>
          </ac:spMkLst>
        </pc:spChg>
        <pc:spChg chg="add mod">
          <ac:chgData name="Bart Wolleswinkel" userId="b168cadc-1825-41ce-b9cc-7c7f06f6f31d" providerId="ADAL" clId="{22248CC1-9068-5BCB-B15B-4353FE48F57D}" dt="2026-01-25T20:52:30.021" v="1693" actId="1076"/>
          <ac:spMkLst>
            <pc:docMk/>
            <pc:sldMk cId="3745362789" sldId="272"/>
            <ac:spMk id="151" creationId="{89A4108F-897E-6061-0FA0-73EAAE430A7A}"/>
          </ac:spMkLst>
        </pc:spChg>
        <pc:spChg chg="add mod">
          <ac:chgData name="Bart Wolleswinkel" userId="b168cadc-1825-41ce-b9cc-7c7f06f6f31d" providerId="ADAL" clId="{22248CC1-9068-5BCB-B15B-4353FE48F57D}" dt="2026-01-25T21:00:13.634" v="1878" actId="1076"/>
          <ac:spMkLst>
            <pc:docMk/>
            <pc:sldMk cId="3745362789" sldId="272"/>
            <ac:spMk id="152" creationId="{57A40FCA-6C9A-4F31-8019-C6D03ABAD76D}"/>
          </ac:spMkLst>
        </pc:spChg>
        <pc:spChg chg="add mod">
          <ac:chgData name="Bart Wolleswinkel" userId="b168cadc-1825-41ce-b9cc-7c7f06f6f31d" providerId="ADAL" clId="{22248CC1-9068-5BCB-B15B-4353FE48F57D}" dt="2026-01-25T20:26:36.143" v="1574" actId="1076"/>
          <ac:spMkLst>
            <pc:docMk/>
            <pc:sldMk cId="3745362789" sldId="272"/>
            <ac:spMk id="153" creationId="{95A7CC60-1F45-7A7A-CB25-A1049E7FA687}"/>
          </ac:spMkLst>
        </pc:spChg>
        <pc:spChg chg="add mod">
          <ac:chgData name="Bart Wolleswinkel" userId="b168cadc-1825-41ce-b9cc-7c7f06f6f31d" providerId="ADAL" clId="{22248CC1-9068-5BCB-B15B-4353FE48F57D}" dt="2026-01-25T20:26:56.019" v="1582" actId="20577"/>
          <ac:spMkLst>
            <pc:docMk/>
            <pc:sldMk cId="3745362789" sldId="272"/>
            <ac:spMk id="154" creationId="{499BC6FE-AFE7-F389-75B9-A8F3643C3ED3}"/>
          </ac:spMkLst>
        </pc:spChg>
        <pc:spChg chg="add mod">
          <ac:chgData name="Bart Wolleswinkel" userId="b168cadc-1825-41ce-b9cc-7c7f06f6f31d" providerId="ADAL" clId="{22248CC1-9068-5BCB-B15B-4353FE48F57D}" dt="2026-01-25T20:26:54.143" v="1581"/>
          <ac:spMkLst>
            <pc:docMk/>
            <pc:sldMk cId="3745362789" sldId="272"/>
            <ac:spMk id="155" creationId="{FDD4D783-7B1D-1D61-CE56-C767031C03ED}"/>
          </ac:spMkLst>
        </pc:spChg>
        <pc:spChg chg="add mod">
          <ac:chgData name="Bart Wolleswinkel" userId="b168cadc-1825-41ce-b9cc-7c7f06f6f31d" providerId="ADAL" clId="{22248CC1-9068-5BCB-B15B-4353FE48F57D}" dt="2026-01-25T20:58:25.311" v="1862" actId="1076"/>
          <ac:spMkLst>
            <pc:docMk/>
            <pc:sldMk cId="3745362789" sldId="272"/>
            <ac:spMk id="156" creationId="{0920FBEE-7032-277C-921E-0B38EC753303}"/>
          </ac:spMkLst>
        </pc:spChg>
        <pc:spChg chg="add del mod">
          <ac:chgData name="Bart Wolleswinkel" userId="b168cadc-1825-41ce-b9cc-7c7f06f6f31d" providerId="ADAL" clId="{22248CC1-9068-5BCB-B15B-4353FE48F57D}" dt="2026-01-25T20:30:23.152" v="1610" actId="478"/>
          <ac:spMkLst>
            <pc:docMk/>
            <pc:sldMk cId="3745362789" sldId="272"/>
            <ac:spMk id="159" creationId="{961895CC-EA0F-DC42-C8F3-3A731DD305B0}"/>
          </ac:spMkLst>
        </pc:spChg>
        <pc:spChg chg="add mod">
          <ac:chgData name="Bart Wolleswinkel" userId="b168cadc-1825-41ce-b9cc-7c7f06f6f31d" providerId="ADAL" clId="{22248CC1-9068-5BCB-B15B-4353FE48F57D}" dt="2026-01-25T20:52:51.746" v="1698" actId="1076"/>
          <ac:spMkLst>
            <pc:docMk/>
            <pc:sldMk cId="3745362789" sldId="272"/>
            <ac:spMk id="160" creationId="{1E1A9D3B-E80B-7B16-BB38-AABEAA3801BC}"/>
          </ac:spMkLst>
        </pc:spChg>
        <pc:spChg chg="add mod">
          <ac:chgData name="Bart Wolleswinkel" userId="b168cadc-1825-41ce-b9cc-7c7f06f6f31d" providerId="ADAL" clId="{22248CC1-9068-5BCB-B15B-4353FE48F57D}" dt="2026-01-25T20:52:51.746" v="1698" actId="1076"/>
          <ac:spMkLst>
            <pc:docMk/>
            <pc:sldMk cId="3745362789" sldId="272"/>
            <ac:spMk id="179" creationId="{481B9D90-30D6-A2B2-25E6-8C6FED4FA22F}"/>
          </ac:spMkLst>
        </pc:spChg>
        <pc:spChg chg="add mod">
          <ac:chgData name="Bart Wolleswinkel" userId="b168cadc-1825-41ce-b9cc-7c7f06f6f31d" providerId="ADAL" clId="{22248CC1-9068-5BCB-B15B-4353FE48F57D}" dt="2026-01-25T20:53:12.277" v="1712" actId="14100"/>
          <ac:spMkLst>
            <pc:docMk/>
            <pc:sldMk cId="3745362789" sldId="272"/>
            <ac:spMk id="195" creationId="{7499AFDE-B91D-B154-9AC1-B02212B550F2}"/>
          </ac:spMkLst>
        </pc:spChg>
        <pc:spChg chg="add mod">
          <ac:chgData name="Bart Wolleswinkel" userId="b168cadc-1825-41ce-b9cc-7c7f06f6f31d" providerId="ADAL" clId="{22248CC1-9068-5BCB-B15B-4353FE48F57D}" dt="2026-01-25T20:54:17.969" v="1729" actId="1076"/>
          <ac:spMkLst>
            <pc:docMk/>
            <pc:sldMk cId="3745362789" sldId="272"/>
            <ac:spMk id="196" creationId="{8CCD5D55-E1FE-0AC0-2A58-665B922BD1CC}"/>
          </ac:spMkLst>
        </pc:spChg>
        <pc:spChg chg="add mod">
          <ac:chgData name="Bart Wolleswinkel" userId="b168cadc-1825-41ce-b9cc-7c7f06f6f31d" providerId="ADAL" clId="{22248CC1-9068-5BCB-B15B-4353FE48F57D}" dt="2026-01-25T20:54:52.105" v="1773" actId="20577"/>
          <ac:spMkLst>
            <pc:docMk/>
            <pc:sldMk cId="3745362789" sldId="272"/>
            <ac:spMk id="203" creationId="{5AED5AD2-D450-690A-06F0-86322A15BF41}"/>
          </ac:spMkLst>
        </pc:spChg>
        <pc:spChg chg="add mod">
          <ac:chgData name="Bart Wolleswinkel" userId="b168cadc-1825-41ce-b9cc-7c7f06f6f31d" providerId="ADAL" clId="{22248CC1-9068-5BCB-B15B-4353FE48F57D}" dt="2026-01-25T20:55:27.994" v="1787" actId="20577"/>
          <ac:spMkLst>
            <pc:docMk/>
            <pc:sldMk cId="3745362789" sldId="272"/>
            <ac:spMk id="210" creationId="{D60C64B6-37E8-F031-30AF-24E4D03095DE}"/>
          </ac:spMkLst>
        </pc:spChg>
        <pc:spChg chg="add mod">
          <ac:chgData name="Bart Wolleswinkel" userId="b168cadc-1825-41ce-b9cc-7c7f06f6f31d" providerId="ADAL" clId="{22248CC1-9068-5BCB-B15B-4353FE48F57D}" dt="2026-01-25T20:55:40.947" v="1789" actId="1076"/>
          <ac:spMkLst>
            <pc:docMk/>
            <pc:sldMk cId="3745362789" sldId="272"/>
            <ac:spMk id="211" creationId="{DE738979-F409-FDCA-8E9E-4A9A48F6E62C}"/>
          </ac:spMkLst>
        </pc:spChg>
        <pc:spChg chg="add mod">
          <ac:chgData name="Bart Wolleswinkel" userId="b168cadc-1825-41ce-b9cc-7c7f06f6f31d" providerId="ADAL" clId="{22248CC1-9068-5BCB-B15B-4353FE48F57D}" dt="2026-01-25T21:02:10.205" v="1901" actId="1076"/>
          <ac:spMkLst>
            <pc:docMk/>
            <pc:sldMk cId="3745362789" sldId="272"/>
            <ac:spMk id="221" creationId="{2725616B-A739-645E-93C8-F901DD4EE32A}"/>
          </ac:spMkLst>
        </pc:spChg>
        <pc:spChg chg="add mod">
          <ac:chgData name="Bart Wolleswinkel" userId="b168cadc-1825-41ce-b9cc-7c7f06f6f31d" providerId="ADAL" clId="{22248CC1-9068-5BCB-B15B-4353FE48F57D}" dt="2026-01-25T21:00:59.101" v="1879" actId="1076"/>
          <ac:spMkLst>
            <pc:docMk/>
            <pc:sldMk cId="3745362789" sldId="272"/>
            <ac:spMk id="222" creationId="{9CA8752D-F086-D70F-B5E9-C0E2E6BF4CD6}"/>
          </ac:spMkLst>
        </pc:spChg>
        <pc:spChg chg="add mod">
          <ac:chgData name="Bart Wolleswinkel" userId="b168cadc-1825-41ce-b9cc-7c7f06f6f31d" providerId="ADAL" clId="{22248CC1-9068-5BCB-B15B-4353FE48F57D}" dt="2026-01-25T21:02:14.197" v="1903" actId="1076"/>
          <ac:spMkLst>
            <pc:docMk/>
            <pc:sldMk cId="3745362789" sldId="272"/>
            <ac:spMk id="223" creationId="{8735A55A-96DC-9AE9-9551-24787B6DF91D}"/>
          </ac:spMkLst>
        </pc:spChg>
        <pc:spChg chg="add del mod">
          <ac:chgData name="Bart Wolleswinkel" userId="b168cadc-1825-41ce-b9cc-7c7f06f6f31d" providerId="ADAL" clId="{22248CC1-9068-5BCB-B15B-4353FE48F57D}" dt="2026-01-25T20:57:56.401" v="1844" actId="478"/>
          <ac:spMkLst>
            <pc:docMk/>
            <pc:sldMk cId="3745362789" sldId="272"/>
            <ac:spMk id="224" creationId="{B430D4D5-B393-FA09-2E83-C9196136408F}"/>
          </ac:spMkLst>
        </pc:spChg>
        <pc:spChg chg="add mod">
          <ac:chgData name="Bart Wolleswinkel" userId="b168cadc-1825-41ce-b9cc-7c7f06f6f31d" providerId="ADAL" clId="{22248CC1-9068-5BCB-B15B-4353FE48F57D}" dt="2026-01-25T21:02:12.365" v="1902" actId="1076"/>
          <ac:spMkLst>
            <pc:docMk/>
            <pc:sldMk cId="3745362789" sldId="272"/>
            <ac:spMk id="225" creationId="{D8C4C5CC-C8D0-FEEB-EF4E-F3D6912CE537}"/>
          </ac:spMkLst>
        </pc:spChg>
        <pc:spChg chg="add del mod">
          <ac:chgData name="Bart Wolleswinkel" userId="b168cadc-1825-41ce-b9cc-7c7f06f6f31d" providerId="ADAL" clId="{22248CC1-9068-5BCB-B15B-4353FE48F57D}" dt="2026-01-25T20:58:38.207" v="1873" actId="478"/>
          <ac:spMkLst>
            <pc:docMk/>
            <pc:sldMk cId="3745362789" sldId="272"/>
            <ac:spMk id="226" creationId="{94ACB340-DCF7-F237-5DCA-B0C0187E82F0}"/>
          </ac:spMkLst>
        </pc:spChg>
        <pc:spChg chg="add mod">
          <ac:chgData name="Bart Wolleswinkel" userId="b168cadc-1825-41ce-b9cc-7c7f06f6f31d" providerId="ADAL" clId="{22248CC1-9068-5BCB-B15B-4353FE48F57D}" dt="2026-01-25T21:02:15.730" v="1904" actId="1076"/>
          <ac:spMkLst>
            <pc:docMk/>
            <pc:sldMk cId="3745362789" sldId="272"/>
            <ac:spMk id="229" creationId="{C01524AB-A3B7-EE57-FFD5-3D00B7EFD02C}"/>
          </ac:spMkLst>
        </pc:spChg>
        <pc:spChg chg="add mod">
          <ac:chgData name="Bart Wolleswinkel" userId="b168cadc-1825-41ce-b9cc-7c7f06f6f31d" providerId="ADAL" clId="{22248CC1-9068-5BCB-B15B-4353FE48F57D}" dt="2026-01-25T21:01:36.617" v="1888" actId="207"/>
          <ac:spMkLst>
            <pc:docMk/>
            <pc:sldMk cId="3745362789" sldId="272"/>
            <ac:spMk id="240" creationId="{592F093B-0447-E802-C3BC-E6820D8F6C81}"/>
          </ac:spMkLst>
        </pc:spChg>
        <pc:spChg chg="add mod">
          <ac:chgData name="Bart Wolleswinkel" userId="b168cadc-1825-41ce-b9cc-7c7f06f6f31d" providerId="ADAL" clId="{22248CC1-9068-5BCB-B15B-4353FE48F57D}" dt="2026-01-25T21:01:51.977" v="1897" actId="20577"/>
          <ac:spMkLst>
            <pc:docMk/>
            <pc:sldMk cId="3745362789" sldId="272"/>
            <ac:spMk id="241" creationId="{7733469D-2302-5931-7F23-7FC3C97CD279}"/>
          </ac:spMkLst>
        </pc:spChg>
        <pc:spChg chg="add mod">
          <ac:chgData name="Bart Wolleswinkel" userId="b168cadc-1825-41ce-b9cc-7c7f06f6f31d" providerId="ADAL" clId="{22248CC1-9068-5BCB-B15B-4353FE48F57D}" dt="2026-01-25T21:02:52.402" v="1929" actId="20577"/>
          <ac:spMkLst>
            <pc:docMk/>
            <pc:sldMk cId="3745362789" sldId="272"/>
            <ac:spMk id="249" creationId="{AA29ECC2-FF79-6644-B189-4FB9723AAFC7}"/>
          </ac:spMkLst>
        </pc:spChg>
        <pc:grpChg chg="add mod">
          <ac:chgData name="Bart Wolleswinkel" userId="b168cadc-1825-41ce-b9cc-7c7f06f6f31d" providerId="ADAL" clId="{22248CC1-9068-5BCB-B15B-4353FE48F57D}" dt="2026-01-25T20:14:41.169" v="1310" actId="164"/>
          <ac:grpSpMkLst>
            <pc:docMk/>
            <pc:sldMk cId="3745362789" sldId="272"/>
            <ac:grpSpMk id="60" creationId="{8BD44035-8737-BFD1-2C7B-04C7EA4F8576}"/>
          </ac:grpSpMkLst>
        </pc:grpChg>
        <pc:cxnChg chg="add mod">
          <ac:chgData name="Bart Wolleswinkel" userId="b168cadc-1825-41ce-b9cc-7c7f06f6f31d" providerId="ADAL" clId="{22248CC1-9068-5BCB-B15B-4353FE48F57D}" dt="2026-01-25T20:04:20.020" v="1119" actId="208"/>
          <ac:cxnSpMkLst>
            <pc:docMk/>
            <pc:sldMk cId="3745362789" sldId="272"/>
            <ac:cxnSpMk id="15" creationId="{A62B800E-0A16-F987-EF24-DF69059CEB9A}"/>
          </ac:cxnSpMkLst>
        </pc:cxnChg>
        <pc:cxnChg chg="add mod">
          <ac:chgData name="Bart Wolleswinkel" userId="b168cadc-1825-41ce-b9cc-7c7f06f6f31d" providerId="ADAL" clId="{22248CC1-9068-5BCB-B15B-4353FE48F57D}" dt="2026-01-25T21:00:05.798" v="1876" actId="1076"/>
          <ac:cxnSpMkLst>
            <pc:docMk/>
            <pc:sldMk cId="3745362789" sldId="272"/>
            <ac:cxnSpMk id="28" creationId="{DAD4AA9C-12F9-EFD1-7833-17870FEEA0DF}"/>
          </ac:cxnSpMkLst>
        </pc:cxnChg>
        <pc:cxnChg chg="add mod">
          <ac:chgData name="Bart Wolleswinkel" userId="b168cadc-1825-41ce-b9cc-7c7f06f6f31d" providerId="ADAL" clId="{22248CC1-9068-5BCB-B15B-4353FE48F57D}" dt="2026-01-25T21:00:05.798" v="1876" actId="1076"/>
          <ac:cxnSpMkLst>
            <pc:docMk/>
            <pc:sldMk cId="3745362789" sldId="272"/>
            <ac:cxnSpMk id="33" creationId="{D6B66055-5C11-D771-E427-F7F2C66E7279}"/>
          </ac:cxnSpMkLst>
        </pc:cxnChg>
        <pc:cxnChg chg="add mod">
          <ac:chgData name="Bart Wolleswinkel" userId="b168cadc-1825-41ce-b9cc-7c7f06f6f31d" providerId="ADAL" clId="{22248CC1-9068-5BCB-B15B-4353FE48F57D}" dt="2026-01-25T20:52:41.761" v="1695" actId="1076"/>
          <ac:cxnSpMkLst>
            <pc:docMk/>
            <pc:sldMk cId="3745362789" sldId="272"/>
            <ac:cxnSpMk id="36" creationId="{207F6120-9686-F69D-405E-421C1556EF2B}"/>
          </ac:cxnSpMkLst>
        </pc:cxnChg>
        <pc:cxnChg chg="add mod">
          <ac:chgData name="Bart Wolleswinkel" userId="b168cadc-1825-41ce-b9cc-7c7f06f6f31d" providerId="ADAL" clId="{22248CC1-9068-5BCB-B15B-4353FE48F57D}" dt="2026-01-25T20:52:41.761" v="1695" actId="1076"/>
          <ac:cxnSpMkLst>
            <pc:docMk/>
            <pc:sldMk cId="3745362789" sldId="272"/>
            <ac:cxnSpMk id="40" creationId="{2F08BD0E-F260-6A17-9689-A7B48B343F21}"/>
          </ac:cxnSpMkLst>
        </pc:cxnChg>
        <pc:cxnChg chg="add mod">
          <ac:chgData name="Bart Wolleswinkel" userId="b168cadc-1825-41ce-b9cc-7c7f06f6f31d" providerId="ADAL" clId="{22248CC1-9068-5BCB-B15B-4353FE48F57D}" dt="2026-01-25T21:00:10.134" v="1877" actId="1076"/>
          <ac:cxnSpMkLst>
            <pc:docMk/>
            <pc:sldMk cId="3745362789" sldId="272"/>
            <ac:cxnSpMk id="50" creationId="{EB2BF31F-9AEC-C32B-FB36-31D4348F6433}"/>
          </ac:cxnSpMkLst>
        </pc:cxnChg>
        <pc:cxnChg chg="add mod">
          <ac:chgData name="Bart Wolleswinkel" userId="b168cadc-1825-41ce-b9cc-7c7f06f6f31d" providerId="ADAL" clId="{22248CC1-9068-5BCB-B15B-4353FE48F57D}" dt="2026-01-25T21:01:02.469" v="1880" actId="1076"/>
          <ac:cxnSpMkLst>
            <pc:docMk/>
            <pc:sldMk cId="3745362789" sldId="272"/>
            <ac:cxnSpMk id="55" creationId="{63CF3525-28E7-DEC1-1931-2281F4FC25FF}"/>
          </ac:cxnSpMkLst>
        </pc:cxnChg>
        <pc:cxnChg chg="add mod">
          <ac:chgData name="Bart Wolleswinkel" userId="b168cadc-1825-41ce-b9cc-7c7f06f6f31d" providerId="ADAL" clId="{22248CC1-9068-5BCB-B15B-4353FE48F57D}" dt="2026-01-25T21:01:02.469" v="1880" actId="1076"/>
          <ac:cxnSpMkLst>
            <pc:docMk/>
            <pc:sldMk cId="3745362789" sldId="272"/>
            <ac:cxnSpMk id="66" creationId="{85FFB5AB-CFCC-42F4-F4D1-E3C073076324}"/>
          </ac:cxnSpMkLst>
        </pc:cxnChg>
        <pc:cxnChg chg="add mod">
          <ac:chgData name="Bart Wolleswinkel" userId="b168cadc-1825-41ce-b9cc-7c7f06f6f31d" providerId="ADAL" clId="{22248CC1-9068-5BCB-B15B-4353FE48F57D}" dt="2026-01-25T20:34:17.281" v="1640" actId="1076"/>
          <ac:cxnSpMkLst>
            <pc:docMk/>
            <pc:sldMk cId="3745362789" sldId="272"/>
            <ac:cxnSpMk id="73" creationId="{2C38E8AB-790B-B11A-AAD8-70601181569E}"/>
          </ac:cxnSpMkLst>
        </pc:cxnChg>
        <pc:cxnChg chg="add mod">
          <ac:chgData name="Bart Wolleswinkel" userId="b168cadc-1825-41ce-b9cc-7c7f06f6f31d" providerId="ADAL" clId="{22248CC1-9068-5BCB-B15B-4353FE48F57D}" dt="2026-01-25T20:34:17.281" v="1640" actId="1076"/>
          <ac:cxnSpMkLst>
            <pc:docMk/>
            <pc:sldMk cId="3745362789" sldId="272"/>
            <ac:cxnSpMk id="76" creationId="{8A8A6C4A-7E61-D187-9C39-E79A8ECAD8FD}"/>
          </ac:cxnSpMkLst>
        </pc:cxnChg>
        <pc:cxnChg chg="add mod">
          <ac:chgData name="Bart Wolleswinkel" userId="b168cadc-1825-41ce-b9cc-7c7f06f6f31d" providerId="ADAL" clId="{22248CC1-9068-5BCB-B15B-4353FE48F57D}" dt="2026-01-25T21:00:00.036" v="1874" actId="1076"/>
          <ac:cxnSpMkLst>
            <pc:docMk/>
            <pc:sldMk cId="3745362789" sldId="272"/>
            <ac:cxnSpMk id="88" creationId="{7C6F7012-7A4D-1AB8-67AE-716BFE7BEAE2}"/>
          </ac:cxnSpMkLst>
        </pc:cxnChg>
        <pc:cxnChg chg="add mod">
          <ac:chgData name="Bart Wolleswinkel" userId="b168cadc-1825-41ce-b9cc-7c7f06f6f31d" providerId="ADAL" clId="{22248CC1-9068-5BCB-B15B-4353FE48F57D}" dt="2026-01-25T21:01:06.705" v="1881" actId="1076"/>
          <ac:cxnSpMkLst>
            <pc:docMk/>
            <pc:sldMk cId="3745362789" sldId="272"/>
            <ac:cxnSpMk id="95" creationId="{6687C6CA-092C-D384-3940-EA96D07976BE}"/>
          </ac:cxnSpMkLst>
        </pc:cxnChg>
        <pc:cxnChg chg="add mod">
          <ac:chgData name="Bart Wolleswinkel" userId="b168cadc-1825-41ce-b9cc-7c7f06f6f31d" providerId="ADAL" clId="{22248CC1-9068-5BCB-B15B-4353FE48F57D}" dt="2026-01-25T20:58:25.311" v="1862" actId="1076"/>
          <ac:cxnSpMkLst>
            <pc:docMk/>
            <pc:sldMk cId="3745362789" sldId="272"/>
            <ac:cxnSpMk id="101" creationId="{C1C588CF-D093-E0DC-57B9-40858E6145F5}"/>
          </ac:cxnSpMkLst>
        </pc:cxnChg>
        <pc:cxnChg chg="add mod">
          <ac:chgData name="Bart Wolleswinkel" userId="b168cadc-1825-41ce-b9cc-7c7f06f6f31d" providerId="ADAL" clId="{22248CC1-9068-5BCB-B15B-4353FE48F57D}" dt="2026-01-25T20:58:25.311" v="1862" actId="1076"/>
          <ac:cxnSpMkLst>
            <pc:docMk/>
            <pc:sldMk cId="3745362789" sldId="272"/>
            <ac:cxnSpMk id="109" creationId="{83308D39-15CB-3A52-0F7B-6CCCF7046A85}"/>
          </ac:cxnSpMkLst>
        </pc:cxnChg>
        <pc:cxnChg chg="add mod">
          <ac:chgData name="Bart Wolleswinkel" userId="b168cadc-1825-41ce-b9cc-7c7f06f6f31d" providerId="ADAL" clId="{22248CC1-9068-5BCB-B15B-4353FE48F57D}" dt="2026-01-25T20:52:25.844" v="1692" actId="1076"/>
          <ac:cxnSpMkLst>
            <pc:docMk/>
            <pc:sldMk cId="3745362789" sldId="272"/>
            <ac:cxnSpMk id="113" creationId="{27FA4E92-203F-F7B8-A48E-1988B4B6AACA}"/>
          </ac:cxnSpMkLst>
        </pc:cxnChg>
        <pc:cxnChg chg="add mod">
          <ac:chgData name="Bart Wolleswinkel" userId="b168cadc-1825-41ce-b9cc-7c7f06f6f31d" providerId="ADAL" clId="{22248CC1-9068-5BCB-B15B-4353FE48F57D}" dt="2026-01-25T21:02:39.181" v="1909" actId="1076"/>
          <ac:cxnSpMkLst>
            <pc:docMk/>
            <pc:sldMk cId="3745362789" sldId="272"/>
            <ac:cxnSpMk id="119" creationId="{44160C04-7EA7-7F25-ADA7-6F0D420FD3A5}"/>
          </ac:cxnSpMkLst>
        </pc:cxnChg>
        <pc:cxnChg chg="add mod">
          <ac:chgData name="Bart Wolleswinkel" userId="b168cadc-1825-41ce-b9cc-7c7f06f6f31d" providerId="ADAL" clId="{22248CC1-9068-5BCB-B15B-4353FE48F57D}" dt="2026-01-25T21:02:39.181" v="1909" actId="1076"/>
          <ac:cxnSpMkLst>
            <pc:docMk/>
            <pc:sldMk cId="3745362789" sldId="272"/>
            <ac:cxnSpMk id="122" creationId="{C1DFDD90-A6D7-F931-1E2B-DECADAD2D381}"/>
          </ac:cxnSpMkLst>
        </pc:cxnChg>
        <pc:cxnChg chg="add del mod">
          <ac:chgData name="Bart Wolleswinkel" userId="b168cadc-1825-41ce-b9cc-7c7f06f6f31d" providerId="ADAL" clId="{22248CC1-9068-5BCB-B15B-4353FE48F57D}" dt="2026-01-25T20:24:41.521" v="1549" actId="478"/>
          <ac:cxnSpMkLst>
            <pc:docMk/>
            <pc:sldMk cId="3745362789" sldId="272"/>
            <ac:cxnSpMk id="133" creationId="{EDA3F127-B1F7-3185-DC35-5C458196BCFD}"/>
          </ac:cxnSpMkLst>
        </pc:cxnChg>
        <pc:cxnChg chg="add mod">
          <ac:chgData name="Bart Wolleswinkel" userId="b168cadc-1825-41ce-b9cc-7c7f06f6f31d" providerId="ADAL" clId="{22248CC1-9068-5BCB-B15B-4353FE48F57D}" dt="2026-01-25T20:52:51.746" v="1698" actId="1076"/>
          <ac:cxnSpMkLst>
            <pc:docMk/>
            <pc:sldMk cId="3745362789" sldId="272"/>
            <ac:cxnSpMk id="161" creationId="{B011F7EC-8451-CEDE-9366-A66104132FD9}"/>
          </ac:cxnSpMkLst>
        </pc:cxnChg>
        <pc:cxnChg chg="add mod">
          <ac:chgData name="Bart Wolleswinkel" userId="b168cadc-1825-41ce-b9cc-7c7f06f6f31d" providerId="ADAL" clId="{22248CC1-9068-5BCB-B15B-4353FE48F57D}" dt="2026-01-25T20:52:51.746" v="1698" actId="1076"/>
          <ac:cxnSpMkLst>
            <pc:docMk/>
            <pc:sldMk cId="3745362789" sldId="272"/>
            <ac:cxnSpMk id="164" creationId="{4F794AEF-497B-1A22-DB28-BBFFA3E27C98}"/>
          </ac:cxnSpMkLst>
        </pc:cxnChg>
        <pc:cxnChg chg="add mod">
          <ac:chgData name="Bart Wolleswinkel" userId="b168cadc-1825-41ce-b9cc-7c7f06f6f31d" providerId="ADAL" clId="{22248CC1-9068-5BCB-B15B-4353FE48F57D}" dt="2026-01-25T20:54:17.969" v="1729" actId="1076"/>
          <ac:cxnSpMkLst>
            <pc:docMk/>
            <pc:sldMk cId="3745362789" sldId="272"/>
            <ac:cxnSpMk id="197" creationId="{4617EE24-3B10-3A07-B052-2E6B5E65BCD1}"/>
          </ac:cxnSpMkLst>
        </pc:cxnChg>
        <pc:cxnChg chg="add mod">
          <ac:chgData name="Bart Wolleswinkel" userId="b168cadc-1825-41ce-b9cc-7c7f06f6f31d" providerId="ADAL" clId="{22248CC1-9068-5BCB-B15B-4353FE48F57D}" dt="2026-01-25T20:54:23.528" v="1730"/>
          <ac:cxnSpMkLst>
            <pc:docMk/>
            <pc:sldMk cId="3745362789" sldId="272"/>
            <ac:cxnSpMk id="201" creationId="{0973F26B-2C14-DCE7-0B6F-B615B2A37966}"/>
          </ac:cxnSpMkLst>
        </pc:cxnChg>
        <pc:cxnChg chg="add mod">
          <ac:chgData name="Bart Wolleswinkel" userId="b168cadc-1825-41ce-b9cc-7c7f06f6f31d" providerId="ADAL" clId="{22248CC1-9068-5BCB-B15B-4353FE48F57D}" dt="2026-01-25T20:54:26.641" v="1731"/>
          <ac:cxnSpMkLst>
            <pc:docMk/>
            <pc:sldMk cId="3745362789" sldId="272"/>
            <ac:cxnSpMk id="202" creationId="{7C8F50BA-92E2-1D3A-82E0-D7A4F73A64F9}"/>
          </ac:cxnSpMkLst>
        </pc:cxnChg>
        <pc:cxnChg chg="add mod">
          <ac:chgData name="Bart Wolleswinkel" userId="b168cadc-1825-41ce-b9cc-7c7f06f6f31d" providerId="ADAL" clId="{22248CC1-9068-5BCB-B15B-4353FE48F57D}" dt="2026-01-25T20:55:07.305" v="1777" actId="208"/>
          <ac:cxnSpMkLst>
            <pc:docMk/>
            <pc:sldMk cId="3745362789" sldId="272"/>
            <ac:cxnSpMk id="204" creationId="{025C75C2-61B6-FCAA-E6F9-9FC1FC79274A}"/>
          </ac:cxnSpMkLst>
        </pc:cxnChg>
        <pc:cxnChg chg="add mod">
          <ac:chgData name="Bart Wolleswinkel" userId="b168cadc-1825-41ce-b9cc-7c7f06f6f31d" providerId="ADAL" clId="{22248CC1-9068-5BCB-B15B-4353FE48F57D}" dt="2026-01-25T20:55:15.087" v="1780" actId="14100"/>
          <ac:cxnSpMkLst>
            <pc:docMk/>
            <pc:sldMk cId="3745362789" sldId="272"/>
            <ac:cxnSpMk id="207" creationId="{CB4B5254-DC92-726E-1774-DA769EDAC46E}"/>
          </ac:cxnSpMkLst>
        </pc:cxnChg>
        <pc:cxnChg chg="add mod">
          <ac:chgData name="Bart Wolleswinkel" userId="b168cadc-1825-41ce-b9cc-7c7f06f6f31d" providerId="ADAL" clId="{22248CC1-9068-5BCB-B15B-4353FE48F57D}" dt="2026-01-25T20:55:47.541" v="1792" actId="14100"/>
          <ac:cxnSpMkLst>
            <pc:docMk/>
            <pc:sldMk cId="3745362789" sldId="272"/>
            <ac:cxnSpMk id="212" creationId="{F05FEE1D-83B4-C478-6A63-C8C89DF47188}"/>
          </ac:cxnSpMkLst>
        </pc:cxnChg>
        <pc:cxnChg chg="add mod">
          <ac:chgData name="Bart Wolleswinkel" userId="b168cadc-1825-41ce-b9cc-7c7f06f6f31d" providerId="ADAL" clId="{22248CC1-9068-5BCB-B15B-4353FE48F57D}" dt="2026-01-25T20:55:53.651" v="1795" actId="14100"/>
          <ac:cxnSpMkLst>
            <pc:docMk/>
            <pc:sldMk cId="3745362789" sldId="272"/>
            <ac:cxnSpMk id="215" creationId="{D49A8E96-2F17-ED32-EB5F-1327A4B98B61}"/>
          </ac:cxnSpMkLst>
        </pc:cxnChg>
        <pc:cxnChg chg="add mod">
          <ac:chgData name="Bart Wolleswinkel" userId="b168cadc-1825-41ce-b9cc-7c7f06f6f31d" providerId="ADAL" clId="{22248CC1-9068-5BCB-B15B-4353FE48F57D}" dt="2026-01-25T20:55:59.575" v="1798" actId="14100"/>
          <ac:cxnSpMkLst>
            <pc:docMk/>
            <pc:sldMk cId="3745362789" sldId="272"/>
            <ac:cxnSpMk id="218" creationId="{944BE07B-C5B4-5EB9-A8FE-1D562ABA158A}"/>
          </ac:cxnSpMkLst>
        </pc:cxnChg>
        <pc:cxnChg chg="add mod">
          <ac:chgData name="Bart Wolleswinkel" userId="b168cadc-1825-41ce-b9cc-7c7f06f6f31d" providerId="ADAL" clId="{22248CC1-9068-5BCB-B15B-4353FE48F57D}" dt="2026-01-25T21:01:21.190" v="1885" actId="208"/>
          <ac:cxnSpMkLst>
            <pc:docMk/>
            <pc:sldMk cId="3745362789" sldId="272"/>
            <ac:cxnSpMk id="237" creationId="{8F86FDF7-E78F-13FC-AB63-7CC5935D358A}"/>
          </ac:cxnSpMkLst>
        </pc:cxnChg>
        <pc:cxnChg chg="add mod">
          <ac:chgData name="Bart Wolleswinkel" userId="b168cadc-1825-41ce-b9cc-7c7f06f6f31d" providerId="ADAL" clId="{22248CC1-9068-5BCB-B15B-4353FE48F57D}" dt="2026-01-25T21:02:00.281" v="1900" actId="14100"/>
          <ac:cxnSpMkLst>
            <pc:docMk/>
            <pc:sldMk cId="3745362789" sldId="272"/>
            <ac:cxnSpMk id="242" creationId="{C3B619C8-10A3-798A-4D95-173D9C7228FB}"/>
          </ac:cxnSpMkLst>
        </pc:cxn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5266C6-DF1F-216D-341F-2411E17DAE0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9872B93-08DC-26BF-D14B-1C3A518D3C6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A3FAF1C-4437-09F0-D87F-0B1B878EB6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8718F5-1E4A-7D42-8173-5979EE6FBC1A}" type="datetimeFigureOut">
              <a:rPr lang="en-US" smtClean="0"/>
              <a:t>1/25/26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D4467C6-CD35-4C94-F06E-5529911716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A19D6DE-8481-DE95-3524-8314E91D9B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43422D-A3EC-CA4C-B7FA-7308ED4C0FF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32374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88DFA0-91D8-AA55-11E2-CFF0631CF2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8EA3F8-B5B0-CB49-C40F-351D7E66D44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3A328C5-AF80-78AE-7032-5F39FA84B9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8718F5-1E4A-7D42-8173-5979EE6FBC1A}" type="datetimeFigureOut">
              <a:rPr lang="en-US" smtClean="0"/>
              <a:t>1/25/26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8CE8398-9AB0-D487-7A36-FF9F166B8F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14A1A38-9E3C-EB91-4C55-9EEE64C660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43422D-A3EC-CA4C-B7FA-7308ED4C0FF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5363293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88C851-38A2-964E-6EF0-DCEAB549C4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8928670-5CCA-827B-E668-0571EBF4286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7551A8D-727C-CBB7-7FD0-D201548372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8718F5-1E4A-7D42-8173-5979EE6FBC1A}" type="datetimeFigureOut">
              <a:rPr lang="en-US" smtClean="0"/>
              <a:t>1/25/26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CE645E1-53F6-F659-02CF-D182077BCC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3E010C4-63E6-892A-8091-9001B0D233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43422D-A3EC-CA4C-B7FA-7308ED4C0FF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57656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6C64DE-14DC-105C-17F8-57F2CCE058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BB1DDF3-4C46-1380-4E8B-5D7F7269D29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24C25F9-B01A-1FF1-2867-C6D728CF310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B69CAD7-715A-C255-092B-984674F87A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8718F5-1E4A-7D42-8173-5979EE6FBC1A}" type="datetimeFigureOut">
              <a:rPr lang="en-US" smtClean="0"/>
              <a:t>1/25/26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26B7EC5-AB7D-9413-FC4C-EAF79EF2A2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F59D496-C7C1-970F-D725-6A50D625EE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43422D-A3EC-CA4C-B7FA-7308ED4C0FF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1785478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86A6BA-5D39-31CB-D46B-B7EB057837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3F3B8AC-96EE-0E07-44E0-B3A99B32632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BE6915B-0208-9E3E-82BD-F22272CF8F6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1BFA486-DF7A-BC23-B726-CA20A958E4A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84BAC07-D651-068D-330A-67152BC94D7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77148E4-DEE9-5940-7B7B-E5C59B7795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8718F5-1E4A-7D42-8173-5979EE6FBC1A}" type="datetimeFigureOut">
              <a:rPr lang="en-US" smtClean="0"/>
              <a:t>1/25/26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FB6EF22-4BD1-BB6F-F8DD-895BBDB7E7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E879C62-0E11-3915-C048-33D4CC3D6C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43422D-A3EC-CA4C-B7FA-7308ED4C0FF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311899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4BF1FC-89C8-B745-F181-4EC2CA862C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47506F3-763F-AE9E-1516-C57F832B1D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8718F5-1E4A-7D42-8173-5979EE6FBC1A}" type="datetimeFigureOut">
              <a:rPr lang="en-US" smtClean="0"/>
              <a:t>1/25/26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FB29D14-FC67-2B22-EFA5-C139B792C1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F14BEB1-4CE0-45EB-47C8-B991F2D574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43422D-A3EC-CA4C-B7FA-7308ED4C0FF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7615416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36476EF-61A1-3BD0-0F76-941A005645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8718F5-1E4A-7D42-8173-5979EE6FBC1A}" type="datetimeFigureOut">
              <a:rPr lang="en-US" smtClean="0"/>
              <a:t>1/25/26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8DD8582-512A-3A25-B6E9-A681C29FE8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17A2B84-2606-DDF4-AB75-60B5C14B2C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43422D-A3EC-CA4C-B7FA-7308ED4C0FF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5070032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CE3897-3148-148D-D79B-9DBEE233AF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2274C7B-5CF9-8490-439A-3F5E93E70A0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FC0D746-884F-81CA-3181-102D3720439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D571C4A-A5C7-C34E-0FB3-A3722085EF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8718F5-1E4A-7D42-8173-5979EE6FBC1A}" type="datetimeFigureOut">
              <a:rPr lang="en-US" smtClean="0"/>
              <a:t>1/25/26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0987CCA-72DC-749A-21F0-3A15A06783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DD2A0DD-65FB-0D6F-73F0-B7897EE016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43422D-A3EC-CA4C-B7FA-7308ED4C0FF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057150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4826FB-4C4B-F598-BF8E-8B60C64266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CDCE053-CA85-8E71-A404-785F7B05903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8FF2738-3D96-1D9B-8225-9DDEA557DB5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58A287B-79D3-4627-6026-592FE4A785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8718F5-1E4A-7D42-8173-5979EE6FBC1A}" type="datetimeFigureOut">
              <a:rPr lang="en-US" smtClean="0"/>
              <a:t>1/25/26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770BBDA-3CB9-FD8F-3D72-9F75BDD3BD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F5EAFEF-B963-6B2E-1E0C-0AA140999C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43422D-A3EC-CA4C-B7FA-7308ED4C0FF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663300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1AC2E8-2615-6D69-1FB4-C71C6E9D50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495976D-2367-EC61-87D0-AEAF0C8E334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5F5B3B7-EF43-4B84-E7C8-0F16CD3AF4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8718F5-1E4A-7D42-8173-5979EE6FBC1A}" type="datetimeFigureOut">
              <a:rPr lang="en-US" smtClean="0"/>
              <a:t>1/25/26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73B1169-E005-E32D-6C3C-60CC0ED7F1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2359F8F-2FDF-8BE9-1197-E75A29E6E2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43422D-A3EC-CA4C-B7FA-7308ED4C0FF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070009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DAFFFD0-C819-AF80-D8E1-60FA1F7681E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499A07B-DD6F-17CB-737D-D18E0F478E0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DDAC1CA-707F-6A18-CEFE-D1EE34FD5A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8718F5-1E4A-7D42-8173-5979EE6FBC1A}" type="datetimeFigureOut">
              <a:rPr lang="en-US" smtClean="0"/>
              <a:t>1/25/26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C37669C-B4C1-391F-E522-464B8724FD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959F461-29ED-A9DD-0E25-0095834FF0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43422D-A3EC-CA4C-B7FA-7308ED4C0FF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6520827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F87B60F-64C4-2891-D1F4-7291C32ED90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9551CC7-6D44-FFAD-3183-6EF3B802EE0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EC0F536-029E-0F55-0D7F-08C6198F56B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B8718F5-1E4A-7D42-8173-5979EE6FBC1A}" type="datetimeFigureOut">
              <a:rPr lang="en-US" smtClean="0"/>
              <a:t>1/25/26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0B27D0B-029B-AC43-8DD3-10D86CB77F9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839CF72-3DE5-ED3E-0860-C1133DE613F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043422D-A3EC-CA4C-B7FA-7308ED4C0FF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293242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N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jpeg"/><Relationship Id="rId2" Type="http://schemas.openxmlformats.org/officeDocument/2006/relationships/image" Target="../media/image11.jpe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592D63-90DE-8FC5-4122-5EC6AA7A9F3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noProof="0" dirty="0"/>
              <a:t>…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A477E22-FC94-A274-DB4C-78FF84838B9C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noProof="0" dirty="0"/>
              <a:t>A control-oriented Python package emulation numeric </a:t>
            </a:r>
            <a:r>
              <a:rPr lang="en-US" noProof="0"/>
              <a:t>types for </a:t>
            </a:r>
            <a:r>
              <a:rPr lang="en-US" noProof="0" dirty="0"/>
              <a:t>polytopes, ellipsoids, and subspaces.</a:t>
            </a:r>
          </a:p>
        </p:txBody>
      </p:sp>
    </p:spTree>
    <p:extLst>
      <p:ext uri="{BB962C8B-B14F-4D97-AF65-F5344CB8AC3E}">
        <p14:creationId xmlns:p14="http://schemas.microsoft.com/office/powerpoint/2010/main" val="256303451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5322A1-3F24-5966-98FF-CCC04F2C0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Features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446C9C2-D843-DBB7-0F72-B9A8EAC8456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indent="-514350">
              <a:buFont typeface="+mj-lt"/>
              <a:buAutoNum type="arabicPeriod"/>
            </a:pPr>
            <a:r>
              <a:rPr lang="en-US" noProof="0" dirty="0"/>
              <a:t>Numeric Type Emulation</a:t>
            </a:r>
          </a:p>
          <a:p>
            <a:pPr marL="514350" indent="-514350">
              <a:buFont typeface="+mj-lt"/>
              <a:buAutoNum type="arabicPeriod"/>
            </a:pPr>
            <a:r>
              <a:rPr lang="en-US" noProof="0" dirty="0"/>
              <a:t>Visualization</a:t>
            </a:r>
          </a:p>
          <a:p>
            <a:pPr marL="514350" indent="-514350">
              <a:buFont typeface="+mj-lt"/>
              <a:buAutoNum type="arabicPeriod"/>
            </a:pPr>
            <a:r>
              <a:rPr lang="en-US" noProof="0" dirty="0"/>
              <a:t>H-representation and V-representation</a:t>
            </a:r>
          </a:p>
          <a:p>
            <a:pPr marL="514350" indent="-514350">
              <a:buFont typeface="+mj-lt"/>
              <a:buAutoNum type="arabicPeriod"/>
            </a:pPr>
            <a:r>
              <a:rPr lang="en-US" noProof="0" dirty="0"/>
              <a:t>Degeneracy</a:t>
            </a:r>
          </a:p>
          <a:p>
            <a:pPr marL="514350" indent="-514350">
              <a:buFont typeface="+mj-lt"/>
              <a:buAutoNum type="arabicPeriod"/>
            </a:pPr>
            <a:r>
              <a:rPr lang="en-US" noProof="0" dirty="0"/>
              <a:t>Inter-object integration </a:t>
            </a:r>
          </a:p>
          <a:p>
            <a:pPr marL="514350" indent="-514350">
              <a:buFont typeface="+mj-lt"/>
              <a:buAutoNum type="arabicPeriod"/>
            </a:pPr>
            <a:r>
              <a:rPr lang="en-US" noProof="0" dirty="0"/>
              <a:t>Third-party integration (matplotlib/</a:t>
            </a:r>
            <a:r>
              <a:rPr lang="en-US" noProof="0" dirty="0" err="1"/>
              <a:t>cvxpy</a:t>
            </a:r>
            <a:r>
              <a:rPr lang="en-US" noProof="0" dirty="0"/>
              <a:t>)</a:t>
            </a:r>
          </a:p>
          <a:p>
            <a:pPr marL="514350" indent="-514350">
              <a:buFont typeface="+mj-lt"/>
              <a:buAutoNum type="arabicPeriod"/>
            </a:pPr>
            <a:r>
              <a:rPr lang="en-US" noProof="0" dirty="0"/>
              <a:t>Lazy evaluation/loading</a:t>
            </a:r>
          </a:p>
          <a:p>
            <a:pPr marL="514350" indent="-514350">
              <a:buFont typeface="+mj-lt"/>
              <a:buAutoNum type="arabicPeriod"/>
            </a:pPr>
            <a:endParaRPr lang="en-US" noProof="0" dirty="0"/>
          </a:p>
          <a:p>
            <a:pPr marL="514350" indent="-514350">
              <a:buFont typeface="+mj-lt"/>
              <a:buAutoNum type="arabicPeriod"/>
            </a:pPr>
            <a:endParaRPr lang="en-US" noProof="0" dirty="0"/>
          </a:p>
          <a:p>
            <a:pPr marL="514350" indent="-514350">
              <a:buFont typeface="+mj-lt"/>
              <a:buAutoNum type="arabicPeriod"/>
            </a:pPr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404873180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C236BF-95E1-F4FB-37F4-A1D55E07AD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1. Numeric Type Emulation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DD90F78-7166-DF2C-BEAC-09EF4A18C31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noProof="0" dirty="0"/>
              <a:t>Math operators write like code</a:t>
            </a:r>
          </a:p>
          <a:p>
            <a:endParaRPr lang="en-US" noProof="0" dirty="0"/>
          </a:p>
          <a:p>
            <a:endParaRPr lang="en-US" noProof="0" dirty="0"/>
          </a:p>
          <a:p>
            <a:endParaRPr lang="en-US" noProof="0" dirty="0"/>
          </a:p>
          <a:p>
            <a:endParaRPr lang="en-US" noProof="0" dirty="0"/>
          </a:p>
          <a:p>
            <a:endParaRPr lang="en-US" noProof="0" dirty="0"/>
          </a:p>
          <a:p>
            <a:pPr marL="0" indent="0">
              <a:buNone/>
            </a:pPr>
            <a:endParaRPr lang="en-US" noProof="0" dirty="0"/>
          </a:p>
          <a:p>
            <a:r>
              <a:rPr lang="en-US" noProof="0" dirty="0"/>
              <a:t>Goal: To write your code as you would write your math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ECDD0C5-142A-CDEC-B724-26BF17CCC1E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65507" y="2514094"/>
            <a:ext cx="5660985" cy="1108486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2A61BDEB-E2F2-534E-902A-D87308EB78E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68749" y="3622580"/>
            <a:ext cx="4254500" cy="1701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9737466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E436EB-8D90-2618-CCDC-6487BAD704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0E83CB-22A8-0ED0-9666-D21F165B1D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1. Numeric Type Emulation</a:t>
            </a: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8CF66623-CE24-406B-437E-DC489FDF428B}"/>
              </a:ext>
            </a:extLst>
          </p:cNvPr>
          <p:cNvGrpSpPr/>
          <p:nvPr/>
        </p:nvGrpSpPr>
        <p:grpSpPr>
          <a:xfrm>
            <a:off x="1911354" y="1864308"/>
            <a:ext cx="8369291" cy="4802187"/>
            <a:chOff x="2432129" y="1690688"/>
            <a:chExt cx="7327740" cy="4204559"/>
          </a:xfrm>
        </p:grpSpPr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2AA6F78C-6552-3A17-C0C1-1EBDC7472DC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t="83617"/>
            <a:stretch>
              <a:fillRect/>
            </a:stretch>
          </p:blipFill>
          <p:spPr>
            <a:xfrm>
              <a:off x="2432130" y="5081286"/>
              <a:ext cx="7327739" cy="813961"/>
            </a:xfrm>
            <a:prstGeom prst="rect">
              <a:avLst/>
            </a:prstGeom>
          </p:spPr>
        </p:pic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645287F6-87E7-36BF-C33B-3DB930596DA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b="31758"/>
            <a:stretch>
              <a:fillRect/>
            </a:stretch>
          </p:blipFill>
          <p:spPr>
            <a:xfrm>
              <a:off x="2432129" y="1690688"/>
              <a:ext cx="7327739" cy="3390598"/>
            </a:xfrm>
            <a:prstGeom prst="rect">
              <a:avLst/>
            </a:prstGeom>
          </p:spPr>
        </p:pic>
      </p:grpSp>
      <p:sp>
        <p:nvSpPr>
          <p:cNvPr id="14" name="TextBox 13">
            <a:extLst>
              <a:ext uri="{FF2B5EF4-FFF2-40B4-BE49-F238E27FC236}">
                <a16:creationId xmlns:a16="http://schemas.microsoft.com/office/drawing/2014/main" id="{B6FAC8EF-8918-EB41-FEA6-BB3C2A982922}"/>
              </a:ext>
            </a:extLst>
          </p:cNvPr>
          <p:cNvSpPr txBox="1"/>
          <p:nvPr/>
        </p:nvSpPr>
        <p:spPr>
          <a:xfrm>
            <a:off x="2233915" y="1494976"/>
            <a:ext cx="117923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noProof="0" dirty="0"/>
              <a:t>Operation</a:t>
            </a:r>
            <a:endParaRPr lang="en-US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7646E99-31A4-D25C-EC3B-1B5E9B55C85A}"/>
              </a:ext>
            </a:extLst>
          </p:cNvPr>
          <p:cNvSpPr txBox="1"/>
          <p:nvPr/>
        </p:nvSpPr>
        <p:spPr>
          <a:xfrm>
            <a:off x="4134092" y="1506022"/>
            <a:ext cx="9322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Symbol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B938114-D7AC-3B42-A8DF-84DBDBD676C8}"/>
              </a:ext>
            </a:extLst>
          </p:cNvPr>
          <p:cNvSpPr txBox="1"/>
          <p:nvPr/>
        </p:nvSpPr>
        <p:spPr>
          <a:xfrm>
            <a:off x="6451231" y="1494976"/>
            <a:ext cx="94769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Method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CBF70C75-145D-2974-3B75-43F0D7BFF597}"/>
              </a:ext>
            </a:extLst>
          </p:cNvPr>
          <p:cNvSpPr txBox="1"/>
          <p:nvPr/>
        </p:nvSpPr>
        <p:spPr>
          <a:xfrm>
            <a:off x="8792020" y="1494976"/>
            <a:ext cx="69076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Math</a:t>
            </a:r>
          </a:p>
        </p:txBody>
      </p:sp>
    </p:spTree>
    <p:extLst>
      <p:ext uri="{BB962C8B-B14F-4D97-AF65-F5344CB8AC3E}">
        <p14:creationId xmlns:p14="http://schemas.microsoft.com/office/powerpoint/2010/main" val="252350225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FCCEE4-D9E4-ADB4-69D6-1A39FBC317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014D7B-B72A-2E84-400A-D420433963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2. Visualization</a:t>
            </a: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C3002F63-6A3A-2E93-5AD8-FC7A3A55824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US" noProof="0" dirty="0"/>
              <a:t>n = 1</a:t>
            </a:r>
          </a:p>
          <a:p>
            <a:r>
              <a:rPr lang="en-US" noProof="0" dirty="0"/>
              <a:t>n = 2</a:t>
            </a:r>
          </a:p>
          <a:p>
            <a:r>
              <a:rPr lang="en-US" noProof="0" dirty="0"/>
              <a:t>n = 3</a:t>
            </a:r>
          </a:p>
        </p:txBody>
      </p:sp>
      <p:pic>
        <p:nvPicPr>
          <p:cNvPr id="11" name="Picture 10" descr="A graph of a oval in a grid&#10;&#10;AI-generated content may be incorrect.">
            <a:extLst>
              <a:ext uri="{FF2B5EF4-FFF2-40B4-BE49-F238E27FC236}">
                <a16:creationId xmlns:a16="http://schemas.microsoft.com/office/drawing/2014/main" id="{5980309A-2DC5-9F55-F477-85F5CCB85F1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53381" y="2753584"/>
            <a:ext cx="2827438" cy="2310224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75D5852F-1D36-5656-AD50-AA6EB80B4829}"/>
              </a:ext>
            </a:extLst>
          </p:cNvPr>
          <p:cNvSpPr txBox="1"/>
          <p:nvPr/>
        </p:nvSpPr>
        <p:spPr>
          <a:xfrm>
            <a:off x="2118845" y="5764044"/>
            <a:ext cx="6874685" cy="646331"/>
          </a:xfrm>
          <a:prstGeom prst="rect">
            <a:avLst/>
          </a:prstGeom>
          <a:solidFill>
            <a:srgbClr val="EC7246"/>
          </a:solidFill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b="1" noProof="0" dirty="0">
                <a:solidFill>
                  <a:srgbClr val="FFFFFF"/>
                </a:solidFill>
              </a:rPr>
              <a:t>Challenge: </a:t>
            </a:r>
            <a:r>
              <a:rPr lang="en-US" noProof="0" dirty="0">
                <a:solidFill>
                  <a:srgbClr val="FFFFFF"/>
                </a:solidFill>
              </a:rPr>
              <a:t>Plotting polytopes in 2D/3D requires ‘sorting’ the vertices/associating each vertex with its corresponding halfplane</a:t>
            </a:r>
          </a:p>
        </p:txBody>
      </p:sp>
      <p:pic>
        <p:nvPicPr>
          <p:cNvPr id="13" name="Picture 2">
            <a:extLst>
              <a:ext uri="{FF2B5EF4-FFF2-40B4-BE49-F238E27FC236}">
                <a16:creationId xmlns:a16="http://schemas.microsoft.com/office/drawing/2014/main" id="{A4EFDDD7-DAC3-AF3A-556B-34E5A68449C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313" t="14432" r="8302" b="8890"/>
          <a:stretch>
            <a:fillRect/>
          </a:stretch>
        </p:blipFill>
        <p:spPr bwMode="auto">
          <a:xfrm>
            <a:off x="5289871" y="2753584"/>
            <a:ext cx="2827438" cy="23102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E9BBBD3B-FC34-AA92-AFD2-3FA80FDEBB9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30888" y="2688164"/>
            <a:ext cx="2531279" cy="25763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9334815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6D9DF1-4C77-12DC-8531-9927F0AE63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27178D-EA2F-DAD2-E948-C9BB177DF7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2. Visualization</a:t>
            </a: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BEAC4FD7-0C6C-443D-C688-EF13A102E1E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noProof="0" dirty="0"/>
              <a:t>Also, extensive pretty printing and printing formats for the different classes.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749086B-A3CD-99FB-32A6-02258A07E35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535" y="3015907"/>
            <a:ext cx="4045260" cy="830484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42DA55B1-59FF-500D-AD9D-546017A659F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94977" y="4663783"/>
            <a:ext cx="7586849" cy="737184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F9B9DAE0-E0F0-AE49-DDCD-4B2898C581F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88402" y="2802550"/>
            <a:ext cx="5082788" cy="1252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3731188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2F2BA3-3ADE-0C66-50CF-27866EACFB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92EE6A-AD05-6EA6-1A4A-7EA327C188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3. H-representation and V-representation</a:t>
            </a: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C388D0C5-9C20-8EDC-28CB-9D9FA974CA3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noProof="0" dirty="0"/>
              <a:t>A polytope can be represented as either an H-representation or a V-representation: upon creation, the other representation is not explicitly computed (because this can be computationally very expensive).</a:t>
            </a:r>
          </a:p>
          <a:p>
            <a:r>
              <a:rPr lang="en-US" noProof="0" dirty="0"/>
              <a:t>Achieved by operator overload of __</a:t>
            </a:r>
            <a:r>
              <a:rPr lang="en-US" noProof="0" dirty="0" err="1"/>
              <a:t>init</a:t>
            </a:r>
            <a:r>
              <a:rPr lang="en-US" noProof="0" dirty="0"/>
              <a:t>__ method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F5AB8FC3-8718-3D02-C2DA-DF27B7F4C16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38469" y="4001294"/>
            <a:ext cx="4063678" cy="25439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2030103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E502F0-B295-3CBC-0C07-E4C4618F65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C5BDF2-9E97-C703-B53F-458CDBB963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4. Degeneracy</a:t>
            </a: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CFC3F66B-5B1C-5DC6-40A2-60B545495C2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noProof="0" dirty="0"/>
              <a:t>The package can deal with two types of degeneracy.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27E9B99-D70D-75A2-F074-0FEBC629E012}"/>
              </a:ext>
            </a:extLst>
          </p:cNvPr>
          <p:cNvSpPr txBox="1"/>
          <p:nvPr/>
        </p:nvSpPr>
        <p:spPr>
          <a:xfrm>
            <a:off x="3127432" y="5764044"/>
            <a:ext cx="5937135" cy="646331"/>
          </a:xfrm>
          <a:prstGeom prst="rect">
            <a:avLst/>
          </a:prstGeom>
          <a:solidFill>
            <a:srgbClr val="EC7246"/>
          </a:solidFill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b="1" noProof="0" dirty="0">
                <a:solidFill>
                  <a:srgbClr val="FFFFFF"/>
                </a:solidFill>
              </a:rPr>
              <a:t>Challenge: </a:t>
            </a:r>
            <a:r>
              <a:rPr lang="en-US" noProof="0" dirty="0">
                <a:solidFill>
                  <a:srgbClr val="FFFFFF"/>
                </a:solidFill>
              </a:rPr>
              <a:t>There are an increasing number of edge-cases to consider when dealing with degeneracy</a:t>
            </a: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61CF6B96-25D7-4892-D46D-18C18B965577}"/>
              </a:ext>
            </a:extLst>
          </p:cNvPr>
          <p:cNvSpPr txBox="1">
            <a:spLocks/>
          </p:cNvSpPr>
          <p:nvPr/>
        </p:nvSpPr>
        <p:spPr>
          <a:xfrm>
            <a:off x="838199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numCol="2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dirty="0"/>
              <a:t> </a:t>
            </a:r>
          </a:p>
          <a:p>
            <a:r>
              <a:rPr lang="en-US" dirty="0"/>
              <a:t>Type-0 degeneracy </a:t>
            </a:r>
          </a:p>
          <a:p>
            <a:pPr marL="0" indent="0">
              <a:buNone/>
            </a:pPr>
            <a:r>
              <a:rPr lang="en-US" dirty="0"/>
              <a:t>(no volume, ‘flat’)</a:t>
            </a:r>
          </a:p>
          <a:p>
            <a:endParaRPr lang="en-US" dirty="0"/>
          </a:p>
          <a:p>
            <a:pPr marL="0" indent="0">
              <a:buFont typeface="Arial" panose="020B0604020202020204" pitchFamily="34" charset="0"/>
              <a:buNone/>
            </a:pPr>
            <a:endParaRPr lang="en-US" dirty="0"/>
          </a:p>
          <a:p>
            <a:pPr marL="0" indent="0">
              <a:buFont typeface="Arial" panose="020B0604020202020204" pitchFamily="34" charset="0"/>
              <a:buNone/>
            </a:pPr>
            <a:endParaRPr lang="en-US" dirty="0"/>
          </a:p>
          <a:p>
            <a:pPr marL="0" indent="0">
              <a:buFont typeface="Arial" panose="020B0604020202020204" pitchFamily="34" charset="0"/>
              <a:buNone/>
            </a:pPr>
            <a:endParaRPr lang="en-US" dirty="0"/>
          </a:p>
          <a:p>
            <a:pPr marL="0" indent="0">
              <a:buFont typeface="Arial" panose="020B0604020202020204" pitchFamily="34" charset="0"/>
              <a:buNone/>
            </a:pPr>
            <a:endParaRPr lang="en-US" dirty="0"/>
          </a:p>
          <a:p>
            <a:pPr marL="0" indent="0">
              <a:buFont typeface="Arial" panose="020B0604020202020204" pitchFamily="34" charset="0"/>
              <a:buNone/>
            </a:pPr>
            <a:endParaRPr lang="en-US" dirty="0"/>
          </a:p>
          <a:p>
            <a:r>
              <a:rPr lang="en-US" dirty="0"/>
              <a:t>Type-∞ degeneracy </a:t>
            </a:r>
          </a:p>
          <a:p>
            <a:pPr marL="0" indent="0">
              <a:buNone/>
            </a:pPr>
            <a:r>
              <a:rPr lang="en-US" dirty="0"/>
              <a:t>(infinite volume, ‘unbounded’)</a:t>
            </a:r>
          </a:p>
        </p:txBody>
      </p:sp>
      <p:pic>
        <p:nvPicPr>
          <p:cNvPr id="10" name="Picture 9" descr="A graph on a piece of paper&#10;&#10;AI-generated content may be incorrect.">
            <a:extLst>
              <a:ext uri="{FF2B5EF4-FFF2-40B4-BE49-F238E27FC236}">
                <a16:creationId xmlns:a16="http://schemas.microsoft.com/office/drawing/2014/main" id="{0CE8FCA6-3C82-445A-1A72-4E866C6438A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29375" y="3397774"/>
            <a:ext cx="3858229" cy="2231333"/>
          </a:xfrm>
          <a:prstGeom prst="rect">
            <a:avLst/>
          </a:prstGeom>
        </p:spPr>
      </p:pic>
      <p:pic>
        <p:nvPicPr>
          <p:cNvPr id="12" name="Picture 11" descr="A graph on a piece of paper&#10;&#10;AI-generated content may be incorrect.">
            <a:extLst>
              <a:ext uri="{FF2B5EF4-FFF2-40B4-BE49-F238E27FC236}">
                <a16:creationId xmlns:a16="http://schemas.microsoft.com/office/drawing/2014/main" id="{24CCA0F4-24C1-AEF7-B042-FEC1B61B923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02126" y="3325618"/>
            <a:ext cx="2599483" cy="23709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018647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7EF6F4-8AF4-E484-83E6-38FB266F01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F5311A-285F-1AF0-AA22-035F547518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5. Inter-object integration</a:t>
            </a: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DFFE622F-DF29-F4DB-3761-6132F1BF75F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noProof="0" dirty="0"/>
              <a:t>The toolbox allows the user to do operations between objects of different classes seamlessly.</a:t>
            </a:r>
          </a:p>
          <a:p>
            <a:r>
              <a:rPr lang="en-US" noProof="0" dirty="0"/>
              <a:t>Intersection ellipsoid with subspace -&gt; ellipsoid</a:t>
            </a:r>
          </a:p>
          <a:p>
            <a:r>
              <a:rPr lang="en-US" noProof="0" dirty="0"/>
              <a:t>Projection of polytope on subspace -&gt; polytope</a:t>
            </a:r>
          </a:p>
          <a:p>
            <a:r>
              <a:rPr lang="en-US" noProof="0" dirty="0"/>
              <a:t>Over/under-approximating an ellipsoid with a polytope</a:t>
            </a:r>
          </a:p>
          <a:p>
            <a:r>
              <a:rPr lang="en-US" noProof="0" dirty="0"/>
              <a:t>Over/under-approximating a polytope with an ellipsoid</a:t>
            </a:r>
          </a:p>
          <a:p>
            <a:r>
              <a:rPr lang="en-US" noProof="0" dirty="0"/>
              <a:t>⋮</a:t>
            </a:r>
          </a:p>
        </p:txBody>
      </p:sp>
    </p:spTree>
    <p:extLst>
      <p:ext uri="{BB962C8B-B14F-4D97-AF65-F5344CB8AC3E}">
        <p14:creationId xmlns:p14="http://schemas.microsoft.com/office/powerpoint/2010/main" val="368618539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4443AF-D87D-72C4-C0B5-43B921A837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1E7113-CCF9-8A13-4E22-BF2A99CFA9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6. External libraries integration</a:t>
            </a: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0D51A29D-AE98-D7FA-EE99-8D99F651549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noProof="0" dirty="0"/>
              <a:t>The toolbox has special integration features with external libraries.</a:t>
            </a:r>
          </a:p>
          <a:p>
            <a:r>
              <a:rPr lang="en-US" noProof="0" dirty="0" err="1"/>
              <a:t>cvxpy</a:t>
            </a:r>
            <a:r>
              <a:rPr lang="en-US" noProof="0" dirty="0"/>
              <a:t>: used for internal optimization and external convex optimization problems formulation.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1640261-66E3-4718-6FCF-FF62042E2B7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55011" y="3325098"/>
            <a:ext cx="8681977" cy="8329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7844471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CC968A-2FF9-EEF0-AD71-4287E96866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179F48-7165-7991-F11F-8BC1A97489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7. Lazy evaluation/loading</a:t>
            </a: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EDA5731D-E44C-09F3-F516-2CA8FBB0E8C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pPr marL="571500" indent="-571500">
              <a:buFont typeface="+mj-lt"/>
              <a:buAutoNum type="romanUcPeriod"/>
            </a:pPr>
            <a:r>
              <a:rPr lang="en-US" noProof="0" dirty="0"/>
              <a:t>Certain properties (i.e., </a:t>
            </a:r>
            <a:r>
              <a:rPr lang="en-US" noProof="0" dirty="0" err="1"/>
              <a:t>poly.vol</a:t>
            </a:r>
            <a:r>
              <a:rPr lang="en-US" noProof="0" dirty="0"/>
              <a:t>) are expensive to calculate. These properties are not calculated at object initialization, but only when the ‘attribute’ is accessed (and then, they are saved to the object).</a:t>
            </a:r>
          </a:p>
          <a:p>
            <a:pPr lvl="1"/>
            <a:r>
              <a:rPr lang="en-US" noProof="0" dirty="0"/>
              <a:t>Same for H-</a:t>
            </a:r>
            <a:r>
              <a:rPr lang="en-US" noProof="0" dirty="0" err="1"/>
              <a:t>repr</a:t>
            </a:r>
            <a:r>
              <a:rPr lang="en-US" noProof="0" dirty="0"/>
              <a:t> and V-</a:t>
            </a:r>
            <a:r>
              <a:rPr lang="en-US" noProof="0" dirty="0" err="1"/>
              <a:t>repr</a:t>
            </a:r>
            <a:r>
              <a:rPr lang="en-US" noProof="0" dirty="0"/>
              <a:t> of a polytope.</a:t>
            </a:r>
          </a:p>
          <a:p>
            <a:pPr marL="571500" indent="-571500">
              <a:buFont typeface="+mj-lt"/>
              <a:buAutoNum type="romanUcPeriod"/>
            </a:pPr>
            <a:r>
              <a:rPr lang="en-US" noProof="0" dirty="0"/>
              <a:t>Certain packages (e.g., matplotlib/</a:t>
            </a:r>
            <a:r>
              <a:rPr lang="en-US" noProof="0" dirty="0" err="1"/>
              <a:t>cvxpy</a:t>
            </a:r>
            <a:r>
              <a:rPr lang="en-US" noProof="0" dirty="0"/>
              <a:t>) are optional dependencies. These are only imported when called.</a:t>
            </a:r>
          </a:p>
          <a:p>
            <a:pPr lvl="1"/>
            <a:r>
              <a:rPr lang="en-US" noProof="0" dirty="0"/>
              <a:t>Might create a marginal speed-up.</a:t>
            </a:r>
          </a:p>
          <a:p>
            <a:pPr lvl="1"/>
            <a:r>
              <a:rPr lang="en-US" noProof="0" dirty="0"/>
              <a:t>The least possible amount of dependencies -&gt; improves longevity.</a:t>
            </a:r>
          </a:p>
          <a:p>
            <a:endParaRPr lang="en-US" noProof="0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82009382-CC2F-76DB-A9A7-2CD6A9F9E10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25700" y="5707063"/>
            <a:ext cx="7340600" cy="939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6542822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04CAF4-2DAF-C6AB-B888-7644A4DBE2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5AFF1F-94F9-C91E-2F2F-FFE0FEE7CA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Why am I seeking collaborators?</a:t>
            </a: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6C5CE3AB-56AA-BAEB-3255-F9C89764EF4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pPr marL="514350" indent="-514350">
              <a:buFont typeface="+mj-lt"/>
              <a:buAutoNum type="arabicPeriod"/>
            </a:pPr>
            <a:r>
              <a:rPr lang="en-US" noProof="0" dirty="0"/>
              <a:t>I want to know which features are desirable (meaning development should be prioritized) from the users: you</a:t>
            </a:r>
          </a:p>
          <a:p>
            <a:pPr marL="514350" indent="-514350">
              <a:buFont typeface="+mj-lt"/>
              <a:buAutoNum type="arabicPeriod"/>
            </a:pPr>
            <a:r>
              <a:rPr lang="en-US" noProof="0" dirty="0"/>
              <a:t>I want your input/expertise/experience on a wide number of design choices (&gt;50 as of now) in the software architecture.</a:t>
            </a:r>
          </a:p>
          <a:p>
            <a:pPr marL="514350" indent="-514350">
              <a:buFont typeface="+mj-lt"/>
              <a:buAutoNum type="arabicPeriod"/>
            </a:pPr>
            <a:r>
              <a:rPr lang="en-US" noProof="0" dirty="0"/>
              <a:t>I want your (mathematical) expertise when it comes to certain algorithms concerning polytopes, subspaces, and ellipsoids.</a:t>
            </a:r>
          </a:p>
          <a:p>
            <a:pPr marL="514350" indent="-514350">
              <a:buFont typeface="+mj-lt"/>
              <a:buAutoNum type="arabicPeriod"/>
            </a:pPr>
            <a:r>
              <a:rPr lang="en-US" noProof="0" dirty="0"/>
              <a:t>I would need to split the (ever-growing) workload of writing all functionalities to make this toolbox </a:t>
            </a:r>
            <a:r>
              <a:rPr lang="en-US" i="1" noProof="0" dirty="0"/>
              <a:t>fully-fledged</a:t>
            </a:r>
            <a:r>
              <a:rPr lang="en-US" noProof="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67456018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908C3E-1553-4299-AD09-B44A857EF0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AAC7F8-4717-800F-1167-E97B7F5FBE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What do you get in return?</a:t>
            </a: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A8F04E1F-D9F7-6017-DA7A-5C0C6EBEDBF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noProof="0" dirty="0"/>
              <a:t>Well… not much! But:</a:t>
            </a:r>
          </a:p>
          <a:p>
            <a:pPr marL="514350" indent="-514350">
              <a:buFont typeface="+mj-lt"/>
              <a:buAutoNum type="arabicPeriod"/>
            </a:pPr>
            <a:r>
              <a:rPr lang="en-US" noProof="0" dirty="0"/>
              <a:t>A fun (hopefully, satisfactory) side-project in Python. Extensive (CV-worthy) expertise in Python package coding.</a:t>
            </a:r>
          </a:p>
          <a:p>
            <a:pPr marL="514350" indent="-514350">
              <a:buFont typeface="+mj-lt"/>
              <a:buAutoNum type="arabicPeriod"/>
            </a:pPr>
            <a:r>
              <a:rPr lang="en-US" noProof="0" dirty="0"/>
              <a:t>Experience in collaborating with others on a software project.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In the long run, a useful toolbox you can also use in your own projects/publications.</a:t>
            </a:r>
          </a:p>
          <a:p>
            <a:pPr marL="514350" indent="-514350">
              <a:buFont typeface="+mj-lt"/>
              <a:buAutoNum type="arabicPeriod"/>
            </a:pPr>
            <a:r>
              <a:rPr lang="en-US" noProof="0" dirty="0"/>
              <a:t>Added to the list of contributors for ….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If it comes to it (no guarantees): one of the authors on the (conference) publication promoting/launching </a:t>
            </a:r>
            <a:r>
              <a:rPr lang="en-US" dirty="0" err="1"/>
              <a:t>GeoPES</a:t>
            </a:r>
            <a:r>
              <a:rPr lang="en-US" dirty="0"/>
              <a:t>.</a:t>
            </a:r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7425312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66D5EC-5849-84DD-2213-ACC764B4A7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8B413F-C874-CAD7-D7D6-4B329A93B7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much do I need to be involved?</a:t>
            </a:r>
            <a:endParaRPr lang="en-US" noProof="0" dirty="0"/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811FDD46-8F60-1468-B695-89FE9FC079D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n-US" noProof="0" dirty="0"/>
              <a:t>Depends entirely on you. You could:</a:t>
            </a:r>
          </a:p>
          <a:p>
            <a:r>
              <a:rPr lang="en-US" noProof="0" dirty="0"/>
              <a:t>Not writing a </a:t>
            </a:r>
            <a:r>
              <a:rPr lang="en-US" dirty="0"/>
              <a:t>single line of code, maybe have two chats about interesting math you read/suggestions for functionality.</a:t>
            </a:r>
          </a:p>
          <a:p>
            <a:r>
              <a:rPr lang="en-US" noProof="0" dirty="0"/>
              <a:t>I have some old MATLAB/Python code lying around somewhere; you can have a look at that. Otherwise, don’t call me again!</a:t>
            </a:r>
          </a:p>
          <a:p>
            <a:r>
              <a:rPr lang="en-US" dirty="0"/>
              <a:t>Sounds fun! I don’t know if I can make any commitment on time, though… I might read through some of the design decisions, leave some thoughts, attend a future meeting, but no promises. </a:t>
            </a:r>
          </a:p>
          <a:p>
            <a:r>
              <a:rPr lang="en-US" noProof="0" dirty="0"/>
              <a:t>Might actually be quite nice to join, also to gain a lot of coding experience; I’d be down to have some more </a:t>
            </a:r>
            <a:r>
              <a:rPr lang="en-US" noProof="0" dirty="0" err="1"/>
              <a:t>indepth</a:t>
            </a:r>
            <a:r>
              <a:rPr lang="en-US" noProof="0" dirty="0"/>
              <a:t> discussion, see if there’s certain functionality/subtask I’d be interested in writing.</a:t>
            </a:r>
          </a:p>
          <a:p>
            <a:r>
              <a:rPr lang="en-US" dirty="0"/>
              <a:t>…</a:t>
            </a:r>
            <a:endParaRPr lang="en-US" noProof="0" dirty="0"/>
          </a:p>
          <a:p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235910367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F7EF74-7999-A3AD-B00A-257F36B99F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917348C7-57B9-4E99-AD65-F46BFABB7B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3496339" cy="1325563"/>
          </a:xfrm>
        </p:spPr>
        <p:txBody>
          <a:bodyPr/>
          <a:lstStyle/>
          <a:p>
            <a:r>
              <a:rPr lang="en-US" dirty="0"/>
              <a:t>Initialization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5BA688B-34B4-32DA-142F-35253A1C999F}"/>
              </a:ext>
            </a:extLst>
          </p:cNvPr>
          <p:cNvSpPr/>
          <p:nvPr/>
        </p:nvSpPr>
        <p:spPr>
          <a:xfrm>
            <a:off x="324092" y="1796903"/>
            <a:ext cx="1068773" cy="645356"/>
          </a:xfrm>
          <a:prstGeom prst="rect">
            <a:avLst/>
          </a:prstGeom>
          <a:noFill/>
          <a:ln w="28575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ysClr val="windowText" lastClr="000000"/>
                </a:solidFill>
              </a:rPr>
              <a:t>user </a:t>
            </a:r>
            <a:r>
              <a:rPr lang="en-US" dirty="0" err="1">
                <a:solidFill>
                  <a:sysClr val="windowText" lastClr="000000"/>
                </a:solidFill>
              </a:rPr>
              <a:t>args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0EA53377-0336-69D4-4C28-8C6B9D672000}"/>
              </a:ext>
            </a:extLst>
          </p:cNvPr>
          <p:cNvSpPr/>
          <p:nvPr/>
        </p:nvSpPr>
        <p:spPr>
          <a:xfrm>
            <a:off x="324092" y="2442259"/>
            <a:ext cx="1068773" cy="33566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ysClr val="windowText" lastClr="000000"/>
                </a:solidFill>
                <a:latin typeface="American Typewriter" panose="02090604020004020304" pitchFamily="18" charset="77"/>
              </a:rPr>
              <a:t>A, b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DB83ABB8-1385-0DAA-1310-37D5FCC7751C}"/>
              </a:ext>
            </a:extLst>
          </p:cNvPr>
          <p:cNvSpPr/>
          <p:nvPr/>
        </p:nvSpPr>
        <p:spPr>
          <a:xfrm>
            <a:off x="1794929" y="1796903"/>
            <a:ext cx="1068773" cy="645356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init</a:t>
            </a:r>
            <a:r>
              <a:rPr lang="en-US" dirty="0"/>
              <a:t> method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6363C693-8023-7768-E070-3185FE10916E}"/>
              </a:ext>
            </a:extLst>
          </p:cNvPr>
          <p:cNvSpPr/>
          <p:nvPr/>
        </p:nvSpPr>
        <p:spPr>
          <a:xfrm>
            <a:off x="1794929" y="2442259"/>
            <a:ext cx="1068773" cy="33566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ysClr val="windowText" lastClr="000000"/>
                </a:solidFill>
                <a:latin typeface="American Typewriter" panose="02090604020004020304" pitchFamily="18" charset="77"/>
              </a:rPr>
              <a:t>__</a:t>
            </a:r>
            <a:r>
              <a:rPr lang="en-US" dirty="0" err="1">
                <a:solidFill>
                  <a:sysClr val="windowText" lastClr="000000"/>
                </a:solidFill>
                <a:latin typeface="American Typewriter" panose="02090604020004020304" pitchFamily="18" charset="77"/>
              </a:rPr>
              <a:t>init</a:t>
            </a:r>
            <a:r>
              <a:rPr lang="en-US" dirty="0">
                <a:solidFill>
                  <a:sysClr val="windowText" lastClr="000000"/>
                </a:solidFill>
                <a:latin typeface="American Typewriter" panose="02090604020004020304" pitchFamily="18" charset="77"/>
              </a:rPr>
              <a:t>__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FE4B07B8-9A93-F7C9-6355-B93263C3B712}"/>
              </a:ext>
            </a:extLst>
          </p:cNvPr>
          <p:cNvSpPr/>
          <p:nvPr/>
        </p:nvSpPr>
        <p:spPr>
          <a:xfrm>
            <a:off x="3265766" y="1796903"/>
            <a:ext cx="1423192" cy="645356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dispatching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F1E8F04F-A53F-1A39-7DBC-F3B1B11DAAC6}"/>
              </a:ext>
            </a:extLst>
          </p:cNvPr>
          <p:cNvSpPr/>
          <p:nvPr/>
        </p:nvSpPr>
        <p:spPr>
          <a:xfrm>
            <a:off x="3265766" y="2442259"/>
            <a:ext cx="1423192" cy="33566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ysClr val="windowText" lastClr="000000"/>
                </a:solidFill>
                <a:latin typeface="American Typewriter" panose="02090604020004020304" pitchFamily="18" charset="77"/>
              </a:rPr>
              <a:t>_</a:t>
            </a:r>
            <a:r>
              <a:rPr lang="en-US" dirty="0" err="1">
                <a:solidFill>
                  <a:sysClr val="windowText" lastClr="000000"/>
                </a:solidFill>
                <a:latin typeface="American Typewriter" panose="02090604020004020304" pitchFamily="18" charset="77"/>
              </a:rPr>
              <a:t>init_hrepr</a:t>
            </a:r>
            <a:endParaRPr lang="en-US" dirty="0">
              <a:solidFill>
                <a:sysClr val="windowText" lastClr="000000"/>
              </a:solidFill>
              <a:latin typeface="American Typewriter" panose="02090604020004020304" pitchFamily="18" charset="77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B0AE31C4-FF9E-B043-5D9F-DEEBE2EF5BBB}"/>
              </a:ext>
            </a:extLst>
          </p:cNvPr>
          <p:cNvSpPr/>
          <p:nvPr/>
        </p:nvSpPr>
        <p:spPr>
          <a:xfrm>
            <a:off x="5091022" y="1796903"/>
            <a:ext cx="1564958" cy="645356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setting properties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2396B369-61AE-2B9B-4AEE-595ADDD9EE00}"/>
              </a:ext>
            </a:extLst>
          </p:cNvPr>
          <p:cNvSpPr/>
          <p:nvPr/>
        </p:nvSpPr>
        <p:spPr>
          <a:xfrm>
            <a:off x="5091021" y="2442259"/>
            <a:ext cx="1564959" cy="33566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ysClr val="windowText" lastClr="000000"/>
                </a:solidFill>
                <a:latin typeface="American Typewriter" panose="02090604020004020304" pitchFamily="18" charset="77"/>
              </a:rPr>
              <a:t>self.A</a:t>
            </a:r>
            <a:r>
              <a:rPr lang="en-US" dirty="0">
                <a:solidFill>
                  <a:sysClr val="windowText" lastClr="000000"/>
                </a:solidFill>
                <a:latin typeface="American Typewriter" panose="02090604020004020304" pitchFamily="18" charset="77"/>
              </a:rPr>
              <a:t>, </a:t>
            </a:r>
            <a:r>
              <a:rPr lang="en-US" dirty="0" err="1">
                <a:solidFill>
                  <a:sysClr val="windowText" lastClr="000000"/>
                </a:solidFill>
                <a:latin typeface="American Typewriter" panose="02090604020004020304" pitchFamily="18" charset="77"/>
              </a:rPr>
              <a:t>self.b</a:t>
            </a:r>
            <a:endParaRPr lang="en-US" dirty="0">
              <a:solidFill>
                <a:sysClr val="windowText" lastClr="000000"/>
              </a:solidFill>
              <a:latin typeface="American Typewriter" panose="02090604020004020304" pitchFamily="18" charset="77"/>
            </a:endParaRP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9C50A6D5-D08A-0CA2-4FF2-55A38401369A}"/>
              </a:ext>
            </a:extLst>
          </p:cNvPr>
          <p:cNvSpPr/>
          <p:nvPr/>
        </p:nvSpPr>
        <p:spPr>
          <a:xfrm>
            <a:off x="7058043" y="2442259"/>
            <a:ext cx="1423192" cy="33566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ysClr val="windowText" lastClr="000000"/>
                </a:solidFill>
                <a:latin typeface="American Typewriter" panose="02090604020004020304" pitchFamily="18" charset="77"/>
              </a:rPr>
              <a:t>poly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838E808A-387B-0DCB-ED63-3C5644865623}"/>
              </a:ext>
            </a:extLst>
          </p:cNvPr>
          <p:cNvSpPr/>
          <p:nvPr/>
        </p:nvSpPr>
        <p:spPr>
          <a:xfrm>
            <a:off x="7058043" y="1803364"/>
            <a:ext cx="1423192" cy="645356"/>
          </a:xfrm>
          <a:prstGeom prst="rect">
            <a:avLst/>
          </a:prstGeom>
          <a:noFill/>
          <a:ln w="28575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ysClr val="windowText" lastClr="000000"/>
                </a:solidFill>
              </a:rPr>
              <a:t>returning object</a:t>
            </a:r>
          </a:p>
        </p:txBody>
      </p:sp>
      <p:sp>
        <p:nvSpPr>
          <p:cNvPr id="23" name="Title 3">
            <a:extLst>
              <a:ext uri="{FF2B5EF4-FFF2-40B4-BE49-F238E27FC236}">
                <a16:creationId xmlns:a16="http://schemas.microsoft.com/office/drawing/2014/main" id="{85F70CB0-92B9-9A17-A77D-C0CCAECAF960}"/>
              </a:ext>
            </a:extLst>
          </p:cNvPr>
          <p:cNvSpPr txBox="1">
            <a:spLocks/>
          </p:cNvSpPr>
          <p:nvPr/>
        </p:nvSpPr>
        <p:spPr>
          <a:xfrm>
            <a:off x="838200" y="3385334"/>
            <a:ext cx="2872565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Operation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3CE072B6-8D9D-6B93-A397-15A8EA376CC8}"/>
              </a:ext>
            </a:extLst>
          </p:cNvPr>
          <p:cNvSpPr/>
          <p:nvPr/>
        </p:nvSpPr>
        <p:spPr>
          <a:xfrm>
            <a:off x="324092" y="4710897"/>
            <a:ext cx="1068773" cy="645356"/>
          </a:xfrm>
          <a:prstGeom prst="rect">
            <a:avLst/>
          </a:prstGeom>
          <a:noFill/>
          <a:ln w="28575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ysClr val="windowText" lastClr="000000"/>
                </a:solidFill>
              </a:rPr>
              <a:t>given poly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4325BFC3-4F19-DA11-1782-E83C3B951E2F}"/>
              </a:ext>
            </a:extLst>
          </p:cNvPr>
          <p:cNvSpPr/>
          <p:nvPr/>
        </p:nvSpPr>
        <p:spPr>
          <a:xfrm>
            <a:off x="324092" y="5356253"/>
            <a:ext cx="1068773" cy="33566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ysClr val="windowText" lastClr="000000"/>
                </a:solidFill>
                <a:latin typeface="American Typewriter" panose="02090604020004020304" pitchFamily="18" charset="77"/>
              </a:rPr>
              <a:t>poly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B8D2DD00-F8D2-3DF5-49A4-953293535E7F}"/>
              </a:ext>
            </a:extLst>
          </p:cNvPr>
          <p:cNvSpPr/>
          <p:nvPr/>
        </p:nvSpPr>
        <p:spPr>
          <a:xfrm>
            <a:off x="1794929" y="4710897"/>
            <a:ext cx="1068773" cy="645356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check flags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5A1C49CA-87E6-5F5B-47A9-AB5D13E3DB04}"/>
              </a:ext>
            </a:extLst>
          </p:cNvPr>
          <p:cNvSpPr/>
          <p:nvPr/>
        </p:nvSpPr>
        <p:spPr>
          <a:xfrm>
            <a:off x="1794929" y="5356253"/>
            <a:ext cx="1068773" cy="33566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ysClr val="windowText" lastClr="000000"/>
                </a:solidFill>
                <a:latin typeface="American Typewriter" panose="02090604020004020304" pitchFamily="18" charset="77"/>
              </a:rPr>
              <a:t>self.is</a:t>
            </a:r>
            <a:r>
              <a:rPr lang="en-US" dirty="0">
                <a:solidFill>
                  <a:sysClr val="windowText" lastClr="000000"/>
                </a:solidFill>
                <a:latin typeface="American Typewriter" panose="02090604020004020304" pitchFamily="18" charset="77"/>
              </a:rPr>
              <a:t>_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B3468045-8EDB-56D6-845B-9C0F206A8495}"/>
              </a:ext>
            </a:extLst>
          </p:cNvPr>
          <p:cNvSpPr/>
          <p:nvPr/>
        </p:nvSpPr>
        <p:spPr>
          <a:xfrm>
            <a:off x="3265766" y="4710897"/>
            <a:ext cx="1068773" cy="645356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select algo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0EF05441-0683-728E-4A34-EF5A24137268}"/>
              </a:ext>
            </a:extLst>
          </p:cNvPr>
          <p:cNvSpPr/>
          <p:nvPr/>
        </p:nvSpPr>
        <p:spPr>
          <a:xfrm>
            <a:off x="3265766" y="5356253"/>
            <a:ext cx="1068773" cy="33566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ysClr val="windowText" lastClr="000000"/>
                </a:solidFill>
                <a:latin typeface="American Typewriter" panose="02090604020004020304" pitchFamily="18" charset="77"/>
              </a:rPr>
              <a:t>if … else</a:t>
            </a: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C7F5BFFE-BCB1-3828-56C9-8B92D2E6618E}"/>
              </a:ext>
            </a:extLst>
          </p:cNvPr>
          <p:cNvSpPr/>
          <p:nvPr/>
        </p:nvSpPr>
        <p:spPr>
          <a:xfrm>
            <a:off x="4736603" y="4710897"/>
            <a:ext cx="1423192" cy="645356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compute function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46024753-7B1C-9892-881D-6D08FB44A10F}"/>
              </a:ext>
            </a:extLst>
          </p:cNvPr>
          <p:cNvSpPr/>
          <p:nvPr/>
        </p:nvSpPr>
        <p:spPr>
          <a:xfrm>
            <a:off x="4736603" y="5356253"/>
            <a:ext cx="1423192" cy="33566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ysClr val="windowText" lastClr="000000"/>
                </a:solidFill>
                <a:latin typeface="American Typewriter" panose="02090604020004020304" pitchFamily="18" charset="77"/>
              </a:rPr>
              <a:t>mink_sum</a:t>
            </a:r>
            <a:endParaRPr lang="en-US" dirty="0">
              <a:solidFill>
                <a:sysClr val="windowText" lastClr="000000"/>
              </a:solidFill>
              <a:latin typeface="American Typewriter" panose="02090604020004020304" pitchFamily="18" charset="77"/>
            </a:endParaRP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5F2FC91F-0C34-291B-5169-494EE138A4B3}"/>
              </a:ext>
            </a:extLst>
          </p:cNvPr>
          <p:cNvSpPr/>
          <p:nvPr/>
        </p:nvSpPr>
        <p:spPr>
          <a:xfrm>
            <a:off x="6561859" y="4710897"/>
            <a:ext cx="1068773" cy="645356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return results</a:t>
            </a: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ECB3A796-49DB-D16F-EBBB-99F407AF1271}"/>
              </a:ext>
            </a:extLst>
          </p:cNvPr>
          <p:cNvSpPr/>
          <p:nvPr/>
        </p:nvSpPr>
        <p:spPr>
          <a:xfrm>
            <a:off x="6561859" y="5356253"/>
            <a:ext cx="1068773" cy="33566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ysClr val="windowText" lastClr="000000"/>
                </a:solidFill>
                <a:latin typeface="American Typewriter" panose="02090604020004020304" pitchFamily="18" charset="77"/>
              </a:rPr>
              <a:t>verts</a:t>
            </a: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E1ACBDEE-57A2-4BED-61D9-D434C99CB2C2}"/>
              </a:ext>
            </a:extLst>
          </p:cNvPr>
          <p:cNvSpPr/>
          <p:nvPr/>
        </p:nvSpPr>
        <p:spPr>
          <a:xfrm>
            <a:off x="8814191" y="5617545"/>
            <a:ext cx="1564958" cy="645356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setting properties</a:t>
            </a:r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3694A2FE-299B-3F6D-C53F-980E199F0F86}"/>
              </a:ext>
            </a:extLst>
          </p:cNvPr>
          <p:cNvSpPr/>
          <p:nvPr/>
        </p:nvSpPr>
        <p:spPr>
          <a:xfrm>
            <a:off x="8814190" y="6262901"/>
            <a:ext cx="1564959" cy="33566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ysClr val="windowText" lastClr="000000"/>
                </a:solidFill>
                <a:latin typeface="American Typewriter" panose="02090604020004020304" pitchFamily="18" charset="77"/>
              </a:rPr>
              <a:t>self.A</a:t>
            </a:r>
            <a:r>
              <a:rPr lang="en-US" dirty="0">
                <a:solidFill>
                  <a:sysClr val="windowText" lastClr="000000"/>
                </a:solidFill>
                <a:latin typeface="American Typewriter" panose="02090604020004020304" pitchFamily="18" charset="77"/>
              </a:rPr>
              <a:t>, </a:t>
            </a:r>
            <a:r>
              <a:rPr lang="en-US" dirty="0" err="1">
                <a:solidFill>
                  <a:sysClr val="windowText" lastClr="000000"/>
                </a:solidFill>
                <a:latin typeface="American Typewriter" panose="02090604020004020304" pitchFamily="18" charset="77"/>
              </a:rPr>
              <a:t>self.b</a:t>
            </a:r>
            <a:endParaRPr lang="en-US" dirty="0">
              <a:solidFill>
                <a:sysClr val="windowText" lastClr="000000"/>
              </a:solidFill>
              <a:latin typeface="American Typewriter" panose="02090604020004020304" pitchFamily="18" charset="77"/>
            </a:endParaRP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A4516AB3-5FEE-F8FF-E693-9E60B4D026B9}"/>
              </a:ext>
            </a:extLst>
          </p:cNvPr>
          <p:cNvSpPr/>
          <p:nvPr/>
        </p:nvSpPr>
        <p:spPr>
          <a:xfrm>
            <a:off x="10781212" y="5617545"/>
            <a:ext cx="1068773" cy="645356"/>
          </a:xfrm>
          <a:prstGeom prst="rect">
            <a:avLst/>
          </a:prstGeom>
          <a:noFill/>
          <a:ln w="28575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ysClr val="windowText" lastClr="000000"/>
                </a:solidFill>
              </a:rPr>
              <a:t>return</a:t>
            </a:r>
          </a:p>
          <a:p>
            <a:pPr algn="ctr"/>
            <a:r>
              <a:rPr lang="en-US" dirty="0">
                <a:solidFill>
                  <a:sysClr val="windowText" lastClr="000000"/>
                </a:solidFill>
              </a:rPr>
              <a:t>object</a:t>
            </a:r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3391296E-C1A0-5DB5-DE1B-A222A4FB3645}"/>
              </a:ext>
            </a:extLst>
          </p:cNvPr>
          <p:cNvSpPr/>
          <p:nvPr/>
        </p:nvSpPr>
        <p:spPr>
          <a:xfrm>
            <a:off x="10781212" y="6262901"/>
            <a:ext cx="1068773" cy="33566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ysClr val="windowText" lastClr="000000"/>
                </a:solidFill>
                <a:latin typeface="American Typewriter" panose="02090604020004020304" pitchFamily="18" charset="77"/>
              </a:rPr>
              <a:t>None</a:t>
            </a:r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0F9A0B0C-2C01-8E54-06D9-6390DC06D869}"/>
              </a:ext>
            </a:extLst>
          </p:cNvPr>
          <p:cNvSpPr/>
          <p:nvPr/>
        </p:nvSpPr>
        <p:spPr>
          <a:xfrm>
            <a:off x="8814190" y="3729875"/>
            <a:ext cx="1068773" cy="645356"/>
          </a:xfrm>
          <a:prstGeom prst="rect">
            <a:avLst/>
          </a:prstGeom>
          <a:solidFill>
            <a:schemeClr val="accent2"/>
          </a:solidFill>
          <a:ln w="381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initialize poly</a:t>
            </a:r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33EEAA37-C2D5-E25D-4BF2-EECAB9E308BE}"/>
              </a:ext>
            </a:extLst>
          </p:cNvPr>
          <p:cNvSpPr/>
          <p:nvPr/>
        </p:nvSpPr>
        <p:spPr>
          <a:xfrm>
            <a:off x="8814190" y="4375231"/>
            <a:ext cx="1068773" cy="33566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ysClr val="windowText" lastClr="000000"/>
                </a:solidFill>
                <a:latin typeface="American Typewriter" panose="02090604020004020304" pitchFamily="18" charset="77"/>
              </a:rPr>
              <a:t>poly(…)</a:t>
            </a:r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E9659A6A-4D07-CA6F-2418-90995BD3741F}"/>
              </a:ext>
            </a:extLst>
          </p:cNvPr>
          <p:cNvSpPr/>
          <p:nvPr/>
        </p:nvSpPr>
        <p:spPr>
          <a:xfrm>
            <a:off x="10285027" y="3729875"/>
            <a:ext cx="1068773" cy="645356"/>
          </a:xfrm>
          <a:prstGeom prst="rect">
            <a:avLst/>
          </a:prstGeom>
          <a:noFill/>
          <a:ln w="28575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ysClr val="windowText" lastClr="000000"/>
                </a:solidFill>
              </a:rPr>
              <a:t>return</a:t>
            </a:r>
          </a:p>
          <a:p>
            <a:pPr algn="ctr"/>
            <a:r>
              <a:rPr lang="en-US" dirty="0">
                <a:solidFill>
                  <a:sysClr val="windowText" lastClr="000000"/>
                </a:solidFill>
              </a:rPr>
              <a:t>object</a:t>
            </a:r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E9F6A74B-AE29-9968-0D2D-26BC509AAFE5}"/>
              </a:ext>
            </a:extLst>
          </p:cNvPr>
          <p:cNvSpPr/>
          <p:nvPr/>
        </p:nvSpPr>
        <p:spPr>
          <a:xfrm>
            <a:off x="10285027" y="4375231"/>
            <a:ext cx="1068773" cy="33566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ysClr val="windowText" lastClr="000000"/>
                </a:solidFill>
                <a:latin typeface="American Typewriter" panose="02090604020004020304" pitchFamily="18" charset="77"/>
              </a:rPr>
              <a:t>poly</a:t>
            </a:r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384FB3F3-D105-27DE-B6DF-76E302A90BAB}"/>
              </a:ext>
            </a:extLst>
          </p:cNvPr>
          <p:cNvSpPr/>
          <p:nvPr/>
        </p:nvSpPr>
        <p:spPr>
          <a:xfrm>
            <a:off x="8032696" y="4865742"/>
            <a:ext cx="1254944" cy="33566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accent6">
                    <a:lumMod val="75000"/>
                  </a:schemeClr>
                </a:solidFill>
                <a:latin typeface="American Typewriter" panose="02090604020004020304" pitchFamily="18" charset="77"/>
              </a:rPr>
              <a:t>in_place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</a:rPr>
              <a:t>?</a:t>
            </a:r>
          </a:p>
        </p:txBody>
      </p:sp>
      <p:cxnSp>
        <p:nvCxnSpPr>
          <p:cNvPr id="58" name="Elbow Connector 57">
            <a:extLst>
              <a:ext uri="{FF2B5EF4-FFF2-40B4-BE49-F238E27FC236}">
                <a16:creationId xmlns:a16="http://schemas.microsoft.com/office/drawing/2014/main" id="{CB160640-7D55-E889-FF2C-9E947D055F58}"/>
              </a:ext>
            </a:extLst>
          </p:cNvPr>
          <p:cNvCxnSpPr>
            <a:stCxn id="39" idx="3"/>
            <a:endCxn id="52" idx="1"/>
          </p:cNvCxnSpPr>
          <p:nvPr/>
        </p:nvCxnSpPr>
        <p:spPr>
          <a:xfrm flipV="1">
            <a:off x="7630632" y="4052553"/>
            <a:ext cx="1183558" cy="981022"/>
          </a:xfrm>
          <a:prstGeom prst="bentConnector3">
            <a:avLst>
              <a:gd name="adj1" fmla="val 23948"/>
            </a:avLst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Rectangle 59">
            <a:extLst>
              <a:ext uri="{FF2B5EF4-FFF2-40B4-BE49-F238E27FC236}">
                <a16:creationId xmlns:a16="http://schemas.microsoft.com/office/drawing/2014/main" id="{0F8E9D19-E8C5-99C9-064F-A92D7783459D}"/>
              </a:ext>
            </a:extLst>
          </p:cNvPr>
          <p:cNvSpPr/>
          <p:nvPr/>
        </p:nvSpPr>
        <p:spPr>
          <a:xfrm>
            <a:off x="7949993" y="4060595"/>
            <a:ext cx="781494" cy="33566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ysClr val="windowText" lastClr="000000"/>
                </a:solidFill>
                <a:latin typeface="American Typewriter" panose="02090604020004020304" pitchFamily="18" charset="77"/>
              </a:rPr>
              <a:t>False</a:t>
            </a:r>
          </a:p>
        </p:txBody>
      </p:sp>
      <p:cxnSp>
        <p:nvCxnSpPr>
          <p:cNvPr id="62" name="Elbow Connector 61">
            <a:extLst>
              <a:ext uri="{FF2B5EF4-FFF2-40B4-BE49-F238E27FC236}">
                <a16:creationId xmlns:a16="http://schemas.microsoft.com/office/drawing/2014/main" id="{326EE48B-8553-34D7-207C-24D1CD275171}"/>
              </a:ext>
            </a:extLst>
          </p:cNvPr>
          <p:cNvCxnSpPr>
            <a:stCxn id="39" idx="3"/>
            <a:endCxn id="44" idx="1"/>
          </p:cNvCxnSpPr>
          <p:nvPr/>
        </p:nvCxnSpPr>
        <p:spPr>
          <a:xfrm>
            <a:off x="7630632" y="5033575"/>
            <a:ext cx="1183559" cy="906648"/>
          </a:xfrm>
          <a:prstGeom prst="bentConnector3">
            <a:avLst>
              <a:gd name="adj1" fmla="val 23948"/>
            </a:avLst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Rectangle 64">
            <a:extLst>
              <a:ext uri="{FF2B5EF4-FFF2-40B4-BE49-F238E27FC236}">
                <a16:creationId xmlns:a16="http://schemas.microsoft.com/office/drawing/2014/main" id="{735B66C2-1214-40ED-D40C-6FFF46C6C788}"/>
              </a:ext>
            </a:extLst>
          </p:cNvPr>
          <p:cNvSpPr/>
          <p:nvPr/>
        </p:nvSpPr>
        <p:spPr>
          <a:xfrm>
            <a:off x="7949993" y="5598063"/>
            <a:ext cx="781494" cy="33566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ysClr val="windowText" lastClr="000000"/>
                </a:solidFill>
                <a:latin typeface="American Typewriter" panose="02090604020004020304" pitchFamily="18" charset="77"/>
              </a:rPr>
              <a:t>True</a:t>
            </a:r>
          </a:p>
        </p:txBody>
      </p:sp>
      <p:cxnSp>
        <p:nvCxnSpPr>
          <p:cNvPr id="68" name="Elbow Connector 67">
            <a:extLst>
              <a:ext uri="{FF2B5EF4-FFF2-40B4-BE49-F238E27FC236}">
                <a16:creationId xmlns:a16="http://schemas.microsoft.com/office/drawing/2014/main" id="{A06285C3-E2DD-78A2-324A-36B23C3923D1}"/>
              </a:ext>
            </a:extLst>
          </p:cNvPr>
          <p:cNvCxnSpPr>
            <a:stCxn id="52" idx="0"/>
            <a:endCxn id="17" idx="2"/>
          </p:cNvCxnSpPr>
          <p:nvPr/>
        </p:nvCxnSpPr>
        <p:spPr>
          <a:xfrm rot="16200000" flipV="1">
            <a:off x="7135064" y="1516362"/>
            <a:ext cx="951950" cy="3475076"/>
          </a:xfrm>
          <a:prstGeom prst="bentConnector3">
            <a:avLst/>
          </a:prstGeom>
          <a:ln>
            <a:prstDash val="lg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Straight Arrow Connector 69">
            <a:extLst>
              <a:ext uri="{FF2B5EF4-FFF2-40B4-BE49-F238E27FC236}">
                <a16:creationId xmlns:a16="http://schemas.microsoft.com/office/drawing/2014/main" id="{4892971B-8575-8709-D637-9D7F8DC59ACE}"/>
              </a:ext>
            </a:extLst>
          </p:cNvPr>
          <p:cNvCxnSpPr>
            <a:stCxn id="52" idx="3"/>
            <a:endCxn id="54" idx="1"/>
          </p:cNvCxnSpPr>
          <p:nvPr/>
        </p:nvCxnSpPr>
        <p:spPr>
          <a:xfrm>
            <a:off x="9882963" y="4052553"/>
            <a:ext cx="40206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Straight Arrow Connector 70">
            <a:extLst>
              <a:ext uri="{FF2B5EF4-FFF2-40B4-BE49-F238E27FC236}">
                <a16:creationId xmlns:a16="http://schemas.microsoft.com/office/drawing/2014/main" id="{1E5CE429-681C-5DAF-8D0B-65C0F4417D49}"/>
              </a:ext>
            </a:extLst>
          </p:cNvPr>
          <p:cNvCxnSpPr>
            <a:cxnSpLocks/>
            <a:stCxn id="44" idx="3"/>
            <a:endCxn id="48" idx="1"/>
          </p:cNvCxnSpPr>
          <p:nvPr/>
        </p:nvCxnSpPr>
        <p:spPr>
          <a:xfrm>
            <a:off x="10379149" y="5940223"/>
            <a:ext cx="402063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Straight Arrow Connector 73">
            <a:extLst>
              <a:ext uri="{FF2B5EF4-FFF2-40B4-BE49-F238E27FC236}">
                <a16:creationId xmlns:a16="http://schemas.microsoft.com/office/drawing/2014/main" id="{81A6DDD5-A169-0B9B-6346-2A49968A14B0}"/>
              </a:ext>
            </a:extLst>
          </p:cNvPr>
          <p:cNvCxnSpPr>
            <a:cxnSpLocks/>
            <a:stCxn id="35" idx="3"/>
            <a:endCxn id="39" idx="1"/>
          </p:cNvCxnSpPr>
          <p:nvPr/>
        </p:nvCxnSpPr>
        <p:spPr>
          <a:xfrm>
            <a:off x="6159795" y="5033575"/>
            <a:ext cx="40206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Straight Arrow Connector 76">
            <a:extLst>
              <a:ext uri="{FF2B5EF4-FFF2-40B4-BE49-F238E27FC236}">
                <a16:creationId xmlns:a16="http://schemas.microsoft.com/office/drawing/2014/main" id="{D4CDD7AC-D61F-D8DC-2421-10C60C045D22}"/>
              </a:ext>
            </a:extLst>
          </p:cNvPr>
          <p:cNvCxnSpPr>
            <a:cxnSpLocks/>
            <a:stCxn id="30" idx="3"/>
            <a:endCxn id="35" idx="1"/>
          </p:cNvCxnSpPr>
          <p:nvPr/>
        </p:nvCxnSpPr>
        <p:spPr>
          <a:xfrm>
            <a:off x="4334539" y="5033575"/>
            <a:ext cx="40206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Straight Arrow Connector 79">
            <a:extLst>
              <a:ext uri="{FF2B5EF4-FFF2-40B4-BE49-F238E27FC236}">
                <a16:creationId xmlns:a16="http://schemas.microsoft.com/office/drawing/2014/main" id="{03F03A83-73D1-E740-D3CF-AA7DD0BB29DD}"/>
              </a:ext>
            </a:extLst>
          </p:cNvPr>
          <p:cNvCxnSpPr>
            <a:cxnSpLocks/>
            <a:stCxn id="28" idx="3"/>
            <a:endCxn id="30" idx="1"/>
          </p:cNvCxnSpPr>
          <p:nvPr/>
        </p:nvCxnSpPr>
        <p:spPr>
          <a:xfrm>
            <a:off x="2863702" y="5033575"/>
            <a:ext cx="40206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Straight Arrow Connector 82">
            <a:extLst>
              <a:ext uri="{FF2B5EF4-FFF2-40B4-BE49-F238E27FC236}">
                <a16:creationId xmlns:a16="http://schemas.microsoft.com/office/drawing/2014/main" id="{9AA9BD13-A229-C27F-1A07-2C1E88FE0314}"/>
              </a:ext>
            </a:extLst>
          </p:cNvPr>
          <p:cNvCxnSpPr>
            <a:cxnSpLocks/>
            <a:stCxn id="26" idx="3"/>
            <a:endCxn id="28" idx="1"/>
          </p:cNvCxnSpPr>
          <p:nvPr/>
        </p:nvCxnSpPr>
        <p:spPr>
          <a:xfrm>
            <a:off x="1392865" y="5033575"/>
            <a:ext cx="40206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Straight Arrow Connector 85">
            <a:extLst>
              <a:ext uri="{FF2B5EF4-FFF2-40B4-BE49-F238E27FC236}">
                <a16:creationId xmlns:a16="http://schemas.microsoft.com/office/drawing/2014/main" id="{8C50D640-4CCD-044B-77C9-FB954D198064}"/>
              </a:ext>
            </a:extLst>
          </p:cNvPr>
          <p:cNvCxnSpPr>
            <a:cxnSpLocks/>
            <a:stCxn id="7" idx="3"/>
            <a:endCxn id="12" idx="1"/>
          </p:cNvCxnSpPr>
          <p:nvPr/>
        </p:nvCxnSpPr>
        <p:spPr>
          <a:xfrm>
            <a:off x="1392865" y="2119581"/>
            <a:ext cx="40206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Straight Arrow Connector 88">
            <a:extLst>
              <a:ext uri="{FF2B5EF4-FFF2-40B4-BE49-F238E27FC236}">
                <a16:creationId xmlns:a16="http://schemas.microsoft.com/office/drawing/2014/main" id="{193FDCDF-0D29-D243-5523-E239FB9A90FB}"/>
              </a:ext>
            </a:extLst>
          </p:cNvPr>
          <p:cNvCxnSpPr>
            <a:cxnSpLocks/>
            <a:stCxn id="12" idx="3"/>
            <a:endCxn id="14" idx="1"/>
          </p:cNvCxnSpPr>
          <p:nvPr/>
        </p:nvCxnSpPr>
        <p:spPr>
          <a:xfrm>
            <a:off x="2863702" y="2119581"/>
            <a:ext cx="40206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Straight Arrow Connector 91">
            <a:extLst>
              <a:ext uri="{FF2B5EF4-FFF2-40B4-BE49-F238E27FC236}">
                <a16:creationId xmlns:a16="http://schemas.microsoft.com/office/drawing/2014/main" id="{AC906DF5-25D2-4741-1F9E-1C7210074890}"/>
              </a:ext>
            </a:extLst>
          </p:cNvPr>
          <p:cNvCxnSpPr>
            <a:cxnSpLocks/>
            <a:stCxn id="14" idx="3"/>
            <a:endCxn id="16" idx="1"/>
          </p:cNvCxnSpPr>
          <p:nvPr/>
        </p:nvCxnSpPr>
        <p:spPr>
          <a:xfrm>
            <a:off x="4688958" y="2119581"/>
            <a:ext cx="40206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" name="Straight Arrow Connector 94">
            <a:extLst>
              <a:ext uri="{FF2B5EF4-FFF2-40B4-BE49-F238E27FC236}">
                <a16:creationId xmlns:a16="http://schemas.microsoft.com/office/drawing/2014/main" id="{53A879BC-5171-3628-05E5-155C343318DA}"/>
              </a:ext>
            </a:extLst>
          </p:cNvPr>
          <p:cNvCxnSpPr>
            <a:cxnSpLocks/>
            <a:stCxn id="16" idx="3"/>
            <a:endCxn id="22" idx="1"/>
          </p:cNvCxnSpPr>
          <p:nvPr/>
        </p:nvCxnSpPr>
        <p:spPr>
          <a:xfrm>
            <a:off x="6655980" y="2119581"/>
            <a:ext cx="402063" cy="6461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8" name="Rectangle 97">
            <a:extLst>
              <a:ext uri="{FF2B5EF4-FFF2-40B4-BE49-F238E27FC236}">
                <a16:creationId xmlns:a16="http://schemas.microsoft.com/office/drawing/2014/main" id="{0F9B3F62-D90F-03BB-3091-4FEC24DD5285}"/>
              </a:ext>
            </a:extLst>
          </p:cNvPr>
          <p:cNvSpPr/>
          <p:nvPr/>
        </p:nvSpPr>
        <p:spPr>
          <a:xfrm>
            <a:off x="9522963" y="937283"/>
            <a:ext cx="360000" cy="36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0C72E31E-455A-FBD2-4BBA-4CF107DEF489}"/>
              </a:ext>
            </a:extLst>
          </p:cNvPr>
          <p:cNvSpPr txBox="1"/>
          <p:nvPr/>
        </p:nvSpPr>
        <p:spPr>
          <a:xfrm>
            <a:off x="9931074" y="917776"/>
            <a:ext cx="8820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ysClr val="windowText" lastClr="000000"/>
                </a:solidFill>
              </a:rPr>
              <a:t>reduce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657761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BBA137-64A3-8D72-0F74-BE42FB08AB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74239BA9-D75B-9AB6-76A4-05F83029DF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3496339" cy="1325563"/>
          </a:xfrm>
        </p:spPr>
        <p:txBody>
          <a:bodyPr/>
          <a:lstStyle/>
          <a:p>
            <a:r>
              <a:rPr lang="en-US" dirty="0"/>
              <a:t>Optimization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0938DED3-CA50-89A8-C70E-0185566AC265}"/>
              </a:ext>
            </a:extLst>
          </p:cNvPr>
          <p:cNvSpPr/>
          <p:nvPr/>
        </p:nvSpPr>
        <p:spPr>
          <a:xfrm>
            <a:off x="838200" y="1527859"/>
            <a:ext cx="10515600" cy="4965016"/>
          </a:xfrm>
          <a:prstGeom prst="rect">
            <a:avLst/>
          </a:prstGeom>
          <a:noFill/>
          <a:ln w="28575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90779B6-0A67-37AE-3B4F-FF66FC092213}"/>
              </a:ext>
            </a:extLst>
          </p:cNvPr>
          <p:cNvSpPr txBox="1"/>
          <p:nvPr/>
        </p:nvSpPr>
        <p:spPr>
          <a:xfrm>
            <a:off x="1041722" y="1690688"/>
            <a:ext cx="85792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CVXPY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55F02D5-6FEE-90CA-7919-6CB6CB9DEA05}"/>
              </a:ext>
            </a:extLst>
          </p:cNvPr>
          <p:cNvSpPr/>
          <p:nvPr/>
        </p:nvSpPr>
        <p:spPr>
          <a:xfrm>
            <a:off x="1337840" y="2222849"/>
            <a:ext cx="9383475" cy="3830710"/>
          </a:xfrm>
          <a:prstGeom prst="rect">
            <a:avLst/>
          </a:prstGeom>
          <a:noFill/>
          <a:ln w="28575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31BB41D-7A13-B414-C065-73EA6FA1AC70}"/>
              </a:ext>
            </a:extLst>
          </p:cNvPr>
          <p:cNvSpPr txBox="1"/>
          <p:nvPr/>
        </p:nvSpPr>
        <p:spPr>
          <a:xfrm>
            <a:off x="1470685" y="2382685"/>
            <a:ext cx="7283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SciPy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6AD86F23-68E8-944E-E570-576EF619FD47}"/>
              </a:ext>
            </a:extLst>
          </p:cNvPr>
          <p:cNvCxnSpPr>
            <a:cxnSpLocks/>
            <a:stCxn id="5" idx="0"/>
            <a:endCxn id="5" idx="2"/>
          </p:cNvCxnSpPr>
          <p:nvPr/>
        </p:nvCxnSpPr>
        <p:spPr>
          <a:xfrm>
            <a:off x="6029578" y="2222849"/>
            <a:ext cx="0" cy="383071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C6ACE020-A259-1934-55F2-4CE79D02C4B4}"/>
              </a:ext>
            </a:extLst>
          </p:cNvPr>
          <p:cNvSpPr txBox="1"/>
          <p:nvPr/>
        </p:nvSpPr>
        <p:spPr>
          <a:xfrm>
            <a:off x="6162423" y="2382685"/>
            <a:ext cx="11801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>
                    <a:lumMod val="65000"/>
                  </a:schemeClr>
                </a:solidFill>
              </a:rPr>
              <a:t>inefficient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712B5FDE-FD9E-0112-EBBE-142609D7BDE0}"/>
              </a:ext>
            </a:extLst>
          </p:cNvPr>
          <p:cNvSpPr txBox="1"/>
          <p:nvPr/>
        </p:nvSpPr>
        <p:spPr>
          <a:xfrm>
            <a:off x="6162423" y="2757413"/>
            <a:ext cx="122180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>
                    <a:lumMod val="65000"/>
                  </a:schemeClr>
                </a:solidFill>
                <a:latin typeface="American Typewriter" panose="02090604020004020304" pitchFamily="18" charset="77"/>
              </a:rPr>
              <a:t>minimize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1F14A250-FE7D-C8C0-82E9-33EF1582A13E}"/>
              </a:ext>
            </a:extLst>
          </p:cNvPr>
          <p:cNvSpPr txBox="1"/>
          <p:nvPr/>
        </p:nvSpPr>
        <p:spPr>
          <a:xfrm>
            <a:off x="1470685" y="2752017"/>
            <a:ext cx="86761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 err="1">
                <a:solidFill>
                  <a:schemeClr val="bg1">
                    <a:lumMod val="65000"/>
                  </a:schemeClr>
                </a:solidFill>
              </a:rPr>
              <a:t>linprog</a:t>
            </a:r>
            <a:endParaRPr lang="en-GB" dirty="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6CAC6041-E093-680D-99E8-F70FAD2F43A0}"/>
              </a:ext>
            </a:extLst>
          </p:cNvPr>
          <p:cNvSpPr/>
          <p:nvPr/>
        </p:nvSpPr>
        <p:spPr>
          <a:xfrm>
            <a:off x="1834855" y="3614083"/>
            <a:ext cx="2518321" cy="259931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numCol="1" rtlCol="0" anchor="t"/>
          <a:lstStyle/>
          <a:p>
            <a:pPr algn="ctr"/>
            <a:r>
              <a:rPr lang="en-US" dirty="0">
                <a:latin typeface="American Typewriter" panose="02090604020004020304" pitchFamily="18" charset="77"/>
              </a:rPr>
              <a:t>support(poly)</a:t>
            </a:r>
            <a:r>
              <a:rPr lang="en-US" dirty="0"/>
              <a:t>*</a:t>
            </a:r>
          </a:p>
          <a:p>
            <a:pPr algn="ctr"/>
            <a:r>
              <a:rPr lang="en-US" sz="1400" dirty="0"/>
              <a:t>* only for</a:t>
            </a:r>
            <a:r>
              <a:rPr lang="en-US" sz="1400" dirty="0">
                <a:latin typeface="American Typewriter" panose="02090604020004020304" pitchFamily="18" charset="77"/>
              </a:rPr>
              <a:t> </a:t>
            </a:r>
            <a:r>
              <a:rPr lang="en-US" sz="1400" dirty="0" err="1">
                <a:latin typeface="American Typewriter" panose="02090604020004020304" pitchFamily="18" charset="77"/>
              </a:rPr>
              <a:t>hrepr</a:t>
            </a:r>
            <a:endParaRPr lang="en-US" sz="1400" dirty="0">
              <a:latin typeface="American Typewriter" panose="02090604020004020304" pitchFamily="18" charset="77"/>
            </a:endParaRPr>
          </a:p>
          <a:p>
            <a:pPr algn="ctr"/>
            <a:endParaRPr lang="en-US" sz="1100" dirty="0"/>
          </a:p>
          <a:p>
            <a:pPr algn="ctr"/>
            <a:r>
              <a:rPr lang="en-US" dirty="0" err="1">
                <a:latin typeface="American Typewriter" panose="02090604020004020304" pitchFamily="18" charset="77"/>
              </a:rPr>
              <a:t>is_bounded</a:t>
            </a:r>
            <a:r>
              <a:rPr lang="en-US" dirty="0">
                <a:latin typeface="American Typewriter" panose="02090604020004020304" pitchFamily="18" charset="77"/>
              </a:rPr>
              <a:t>(poly)</a:t>
            </a:r>
          </a:p>
          <a:p>
            <a:pPr algn="ctr"/>
            <a:endParaRPr lang="en-US" sz="1100" dirty="0"/>
          </a:p>
          <a:p>
            <a:pPr algn="ctr"/>
            <a:r>
              <a:rPr lang="en-US" dirty="0" err="1">
                <a:latin typeface="American Typewriter" panose="02090604020004020304" pitchFamily="18" charset="77"/>
              </a:rPr>
              <a:t>poly.chebc</a:t>
            </a:r>
            <a:endParaRPr lang="en-US" dirty="0">
              <a:latin typeface="American Typewriter" panose="02090604020004020304" pitchFamily="18" charset="77"/>
            </a:endParaRPr>
          </a:p>
          <a:p>
            <a:pPr algn="ctr"/>
            <a:endParaRPr lang="en-US" sz="1100" dirty="0"/>
          </a:p>
          <a:p>
            <a:pPr algn="ctr"/>
            <a:r>
              <a:rPr lang="en-US" dirty="0" err="1"/>
              <a:t>poly.__contains</a:t>
            </a:r>
            <a:r>
              <a:rPr lang="en-US" dirty="0"/>
              <a:t>__*</a:t>
            </a:r>
          </a:p>
          <a:p>
            <a:pPr lvl="0" algn="ctr">
              <a:defRPr/>
            </a:pPr>
            <a:r>
              <a:rPr lang="en-US" sz="1400" dirty="0"/>
              <a:t>* only for </a:t>
            </a:r>
            <a:r>
              <a:rPr lang="en-US" sz="1400" dirty="0" err="1">
                <a:latin typeface="American Typewriter" panose="02090604020004020304" pitchFamily="18" charset="77"/>
              </a:rPr>
              <a:t>vrepr</a:t>
            </a:r>
            <a:endParaRPr lang="en-US" dirty="0">
              <a:solidFill>
                <a:prstClr val="white"/>
              </a:solidFill>
              <a:latin typeface="American Typewriter" panose="02090604020004020304" pitchFamily="18" charset="77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1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+mj-lt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merican Typewriter" panose="02090604020004020304" pitchFamily="18" charset="77"/>
              </a:rPr>
              <a:t>poly.reduce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merican Typewriter" panose="02090604020004020304" pitchFamily="18" charset="77"/>
              </a:rPr>
              <a:t>(…)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739A3E2D-E5AF-E4C0-72EC-88CE99C33472}"/>
              </a:ext>
            </a:extLst>
          </p:cNvPr>
          <p:cNvSpPr txBox="1"/>
          <p:nvPr/>
        </p:nvSpPr>
        <p:spPr>
          <a:xfrm>
            <a:off x="2872640" y="3244751"/>
            <a:ext cx="4427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b="1" dirty="0"/>
              <a:t>LP</a:t>
            </a:r>
            <a:endParaRPr lang="en-US" dirty="0"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1C971336-8201-3048-7B2C-AEFDF793E926}"/>
              </a:ext>
            </a:extLst>
          </p:cNvPr>
          <p:cNvSpPr/>
          <p:nvPr/>
        </p:nvSpPr>
        <p:spPr>
          <a:xfrm>
            <a:off x="4865911" y="3614083"/>
            <a:ext cx="2518321" cy="1328307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numCol="1" rtlCol="0" anchor="t"/>
          <a:lstStyle/>
          <a:p>
            <a:pPr algn="ctr"/>
            <a:r>
              <a:rPr lang="en-US" dirty="0" err="1">
                <a:latin typeface="American Typewriter" panose="02090604020004020304" pitchFamily="18" charset="77"/>
              </a:rPr>
              <a:t>ellps</a:t>
            </a:r>
            <a:r>
              <a:rPr lang="en-US" dirty="0">
                <a:latin typeface="American Typewriter" panose="02090604020004020304" pitchFamily="18" charset="77"/>
              </a:rPr>
              <a:t>.__le__</a:t>
            </a:r>
          </a:p>
          <a:p>
            <a:pPr algn="ctr"/>
            <a:endParaRPr kumimoji="0" lang="en-US" sz="11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merican Typewriter" panose="02090604020004020304" pitchFamily="18" charset="77"/>
            </a:endParaRPr>
          </a:p>
          <a:p>
            <a:pPr algn="ctr"/>
            <a:r>
              <a:rPr lang="en-US" dirty="0" err="1">
                <a:solidFill>
                  <a:prstClr val="white"/>
                </a:solidFill>
                <a:latin typeface="American Typewriter" panose="02090604020004020304" pitchFamily="18" charset="77"/>
              </a:rPr>
              <a:t>min_vol_ellps</a:t>
            </a:r>
            <a:r>
              <a:rPr lang="en-US" dirty="0">
                <a:solidFill>
                  <a:prstClr val="white"/>
                </a:solidFill>
                <a:latin typeface="American Typewriter" panose="02090604020004020304" pitchFamily="18" charset="77"/>
              </a:rPr>
              <a:t>(poly)</a:t>
            </a:r>
          </a:p>
          <a:p>
            <a:pPr algn="ctr"/>
            <a:endParaRPr lang="en-US" sz="1100" dirty="0">
              <a:solidFill>
                <a:prstClr val="white"/>
              </a:solidFill>
              <a:latin typeface="American Typewriter" panose="02090604020004020304" pitchFamily="18" charset="77"/>
            </a:endParaRPr>
          </a:p>
          <a:p>
            <a:pPr algn="ctr"/>
            <a:r>
              <a:rPr lang="en-US" dirty="0" err="1">
                <a:solidFill>
                  <a:prstClr val="white"/>
                </a:solidFill>
                <a:latin typeface="American Typewriter" panose="02090604020004020304" pitchFamily="18" charset="77"/>
              </a:rPr>
              <a:t>max_vol_ellps</a:t>
            </a:r>
            <a:r>
              <a:rPr lang="en-US" dirty="0">
                <a:solidFill>
                  <a:prstClr val="white"/>
                </a:solidFill>
                <a:latin typeface="American Typewriter" panose="02090604020004020304" pitchFamily="18" charset="77"/>
              </a:rPr>
              <a:t>(poly)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9CE237E0-7541-4EDD-0214-EF461A5CCCD8}"/>
              </a:ext>
            </a:extLst>
          </p:cNvPr>
          <p:cNvSpPr txBox="1"/>
          <p:nvPr/>
        </p:nvSpPr>
        <p:spPr>
          <a:xfrm>
            <a:off x="5812325" y="3239355"/>
            <a:ext cx="62549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b="1" dirty="0"/>
              <a:t>SDP</a:t>
            </a:r>
            <a:endParaRPr lang="en-US" dirty="0"/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4F51D9F7-C37B-68AE-FB72-B6573F7D35CE}"/>
              </a:ext>
            </a:extLst>
          </p:cNvPr>
          <p:cNvSpPr/>
          <p:nvPr/>
        </p:nvSpPr>
        <p:spPr>
          <a:xfrm>
            <a:off x="7883872" y="3614083"/>
            <a:ext cx="2518321" cy="369333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numCol="1" rtlCol="0" anchor="t"/>
          <a:lstStyle/>
          <a:p>
            <a:pPr algn="ctr"/>
            <a:r>
              <a:rPr lang="en-US" dirty="0" err="1">
                <a:latin typeface="American Typewriter" panose="02090604020004020304" pitchFamily="18" charset="77"/>
              </a:rPr>
              <a:t>dist</a:t>
            </a:r>
            <a:r>
              <a:rPr lang="en-US" dirty="0">
                <a:latin typeface="American Typewriter" panose="02090604020004020304" pitchFamily="18" charset="77"/>
              </a:rPr>
              <a:t>(ellps_1, ellps_2)</a:t>
            </a:r>
            <a:endParaRPr lang="en-US" dirty="0">
              <a:solidFill>
                <a:prstClr val="white"/>
              </a:solidFill>
              <a:latin typeface="American Typewriter" panose="02090604020004020304" pitchFamily="18" charset="77"/>
            </a:endParaRP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547A3D8A-AF7C-2AEF-6CF5-2CF8CE723787}"/>
              </a:ext>
            </a:extLst>
          </p:cNvPr>
          <p:cNvSpPr txBox="1"/>
          <p:nvPr/>
        </p:nvSpPr>
        <p:spPr>
          <a:xfrm>
            <a:off x="8729875" y="3239355"/>
            <a:ext cx="82631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b="1" dirty="0"/>
              <a:t>QCQP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4757678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6BF791-3169-3123-9AFD-8EF215D6D3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524906FF-91F8-0CB7-9142-1D55E16039A9}"/>
              </a:ext>
            </a:extLst>
          </p:cNvPr>
          <p:cNvSpPr/>
          <p:nvPr/>
        </p:nvSpPr>
        <p:spPr>
          <a:xfrm>
            <a:off x="3195466" y="3106322"/>
            <a:ext cx="1068773" cy="645356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V-</a:t>
            </a:r>
            <a:r>
              <a:rPr lang="en-US" dirty="0" err="1"/>
              <a:t>repr</a:t>
            </a:r>
            <a:endParaRPr lang="en-US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A3555BB-C762-0C7E-CBC1-5FD46DB5FA66}"/>
              </a:ext>
            </a:extLst>
          </p:cNvPr>
          <p:cNvSpPr/>
          <p:nvPr/>
        </p:nvSpPr>
        <p:spPr>
          <a:xfrm>
            <a:off x="7132787" y="3106322"/>
            <a:ext cx="1068773" cy="645356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H-</a:t>
            </a:r>
            <a:r>
              <a:rPr lang="en-US" dirty="0" err="1"/>
              <a:t>repr</a:t>
            </a:r>
            <a:endParaRPr lang="en-US" dirty="0"/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A62B800E-0A16-F987-EF24-DF69059CEB9A}"/>
              </a:ext>
            </a:extLst>
          </p:cNvPr>
          <p:cNvCxnSpPr>
            <a:stCxn id="9" idx="3"/>
            <a:endCxn id="13" idx="1"/>
          </p:cNvCxnSpPr>
          <p:nvPr/>
        </p:nvCxnSpPr>
        <p:spPr>
          <a:xfrm>
            <a:off x="4264239" y="3429000"/>
            <a:ext cx="2868548" cy="0"/>
          </a:xfrm>
          <a:prstGeom prst="straightConnector1">
            <a:avLst/>
          </a:prstGeom>
          <a:ln w="28575">
            <a:solidFill>
              <a:srgbClr val="FF0000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5CB70523-3EBB-ADB5-25EE-65B280CC08B6}"/>
              </a:ext>
            </a:extLst>
          </p:cNvPr>
          <p:cNvSpPr txBox="1"/>
          <p:nvPr/>
        </p:nvSpPr>
        <p:spPr>
          <a:xfrm>
            <a:off x="5178819" y="3429000"/>
            <a:ext cx="10393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solidFill>
                  <a:schemeClr val="bg1">
                    <a:lumMod val="65000"/>
                  </a:schemeClr>
                </a:solidFill>
              </a:rPr>
              <a:t>pycddlib</a:t>
            </a:r>
            <a:endParaRPr lang="en-US" dirty="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3871CBB6-2271-B98A-30B3-7BF0A14CABC2}"/>
              </a:ext>
            </a:extLst>
          </p:cNvPr>
          <p:cNvSpPr/>
          <p:nvPr/>
        </p:nvSpPr>
        <p:spPr>
          <a:xfrm>
            <a:off x="225725" y="230692"/>
            <a:ext cx="358815" cy="358815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A186645D-1EDB-D2AF-0036-97FAB8AED13A}"/>
              </a:ext>
            </a:extLst>
          </p:cNvPr>
          <p:cNvSpPr/>
          <p:nvPr/>
        </p:nvSpPr>
        <p:spPr>
          <a:xfrm>
            <a:off x="2881711" y="230693"/>
            <a:ext cx="358815" cy="358815"/>
          </a:xfrm>
          <a:prstGeom prst="rect">
            <a:avLst/>
          </a:prstGeom>
          <a:solidFill>
            <a:srgbClr val="FFFF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E6CE8B90-004A-657D-8662-778F3824AD76}"/>
              </a:ext>
            </a:extLst>
          </p:cNvPr>
          <p:cNvSpPr/>
          <p:nvPr/>
        </p:nvSpPr>
        <p:spPr>
          <a:xfrm>
            <a:off x="6619807" y="230693"/>
            <a:ext cx="358815" cy="358815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96A84DEC-A61A-6270-658A-2CDCF01398B3}"/>
              </a:ext>
            </a:extLst>
          </p:cNvPr>
          <p:cNvSpPr txBox="1"/>
          <p:nvPr/>
        </p:nvSpPr>
        <p:spPr>
          <a:xfrm>
            <a:off x="758160" y="225434"/>
            <a:ext cx="183210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Difficult (spatial)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851023F7-F7BF-EDB5-ADDC-2DBCF2168186}"/>
              </a:ext>
            </a:extLst>
          </p:cNvPr>
          <p:cNvSpPr txBox="1"/>
          <p:nvPr/>
        </p:nvSpPr>
        <p:spPr>
          <a:xfrm>
            <a:off x="3414146" y="225434"/>
            <a:ext cx="288777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Intermediate (optimization)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EABD0B15-670E-E5A9-FE45-E7B2BA9B5BEB}"/>
              </a:ext>
            </a:extLst>
          </p:cNvPr>
          <p:cNvSpPr txBox="1"/>
          <p:nvPr/>
        </p:nvSpPr>
        <p:spPr>
          <a:xfrm>
            <a:off x="7152243" y="225434"/>
            <a:ext cx="143821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Easy (</a:t>
            </a:r>
            <a:r>
              <a:rPr lang="en-US" dirty="0" err="1"/>
              <a:t>LinAlg</a:t>
            </a:r>
            <a:r>
              <a:rPr lang="en-US" dirty="0"/>
              <a:t>)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4EBCC133-1E1B-ECE8-B5E5-55A2CBCAF677}"/>
              </a:ext>
            </a:extLst>
          </p:cNvPr>
          <p:cNvSpPr/>
          <p:nvPr/>
        </p:nvSpPr>
        <p:spPr>
          <a:xfrm>
            <a:off x="2354745" y="897106"/>
            <a:ext cx="1216711" cy="645356"/>
          </a:xfrm>
          <a:prstGeom prst="rect">
            <a:avLst/>
          </a:prstGeom>
          <a:noFill/>
          <a:ln w="28575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ysClr val="windowText" lastClr="000000"/>
                </a:solidFill>
                <a:latin typeface="American Typewriter" panose="02090604020004020304" pitchFamily="18" charset="77"/>
              </a:rPr>
              <a:t>translate</a:t>
            </a:r>
          </a:p>
          <a:p>
            <a:pPr algn="ctr"/>
            <a:r>
              <a:rPr lang="en-US" dirty="0">
                <a:solidFill>
                  <a:sysClr val="windowText" lastClr="000000"/>
                </a:solidFill>
                <a:highlight>
                  <a:srgbClr val="008080"/>
                </a:highlight>
                <a:latin typeface="American Typewriter" panose="02090604020004020304" pitchFamily="18" charset="77"/>
              </a:rPr>
              <a:t> + </a:t>
            </a:r>
            <a:r>
              <a:rPr lang="en-US" dirty="0">
                <a:solidFill>
                  <a:sysClr val="windowText" lastClr="000000"/>
                </a:solidFill>
                <a:latin typeface="American Typewriter" panose="02090604020004020304" pitchFamily="18" charset="77"/>
              </a:rPr>
              <a:t>‎ </a:t>
            </a:r>
            <a:endParaRPr lang="en-US" dirty="0">
              <a:solidFill>
                <a:sysClr val="windowText" lastClr="000000"/>
              </a:solidFill>
              <a:highlight>
                <a:srgbClr val="008080"/>
              </a:highlight>
              <a:latin typeface="American Typewriter" panose="02090604020004020304" pitchFamily="18" charset="77"/>
            </a:endParaRPr>
          </a:p>
        </p:txBody>
      </p: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DAD4AA9C-12F9-EFD1-7833-17870FEEA0DF}"/>
              </a:ext>
            </a:extLst>
          </p:cNvPr>
          <p:cNvCxnSpPr>
            <a:cxnSpLocks/>
            <a:stCxn id="9" idx="0"/>
            <a:endCxn id="26" idx="2"/>
          </p:cNvCxnSpPr>
          <p:nvPr/>
        </p:nvCxnSpPr>
        <p:spPr>
          <a:xfrm flipH="1" flipV="1">
            <a:off x="2963101" y="1542462"/>
            <a:ext cx="766752" cy="1563860"/>
          </a:xfrm>
          <a:prstGeom prst="line">
            <a:avLst/>
          </a:prstGeom>
          <a:ln w="28575">
            <a:solidFill>
              <a:srgbClr val="92D0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ectangle 30">
            <a:extLst>
              <a:ext uri="{FF2B5EF4-FFF2-40B4-BE49-F238E27FC236}">
                <a16:creationId xmlns:a16="http://schemas.microsoft.com/office/drawing/2014/main" id="{BDBA7F4B-63BF-A032-4E7B-28C33E2B8004}"/>
              </a:ext>
            </a:extLst>
          </p:cNvPr>
          <p:cNvSpPr/>
          <p:nvPr/>
        </p:nvSpPr>
        <p:spPr>
          <a:xfrm>
            <a:off x="2118994" y="5663529"/>
            <a:ext cx="942542" cy="645356"/>
          </a:xfrm>
          <a:prstGeom prst="rect">
            <a:avLst/>
          </a:prstGeom>
          <a:noFill/>
          <a:ln w="28575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ysClr val="windowText" lastClr="000000"/>
                </a:solidFill>
                <a:latin typeface="American Typewriter" panose="02090604020004020304" pitchFamily="18" charset="77"/>
              </a:rPr>
              <a:t>scale</a:t>
            </a:r>
          </a:p>
          <a:p>
            <a:pPr algn="ctr"/>
            <a:r>
              <a:rPr lang="en-US" dirty="0">
                <a:solidFill>
                  <a:sysClr val="windowText" lastClr="000000"/>
                </a:solidFill>
                <a:highlight>
                  <a:srgbClr val="008080"/>
                </a:highlight>
                <a:latin typeface="American Typewriter" panose="02090604020004020304" pitchFamily="18" charset="77"/>
              </a:rPr>
              <a:t> * </a:t>
            </a:r>
            <a:r>
              <a:rPr lang="en-US" dirty="0">
                <a:solidFill>
                  <a:sysClr val="windowText" lastClr="000000"/>
                </a:solidFill>
                <a:latin typeface="American Typewriter" panose="02090604020004020304" pitchFamily="18" charset="77"/>
              </a:rPr>
              <a:t>‎ </a:t>
            </a:r>
            <a:endParaRPr lang="en-US" dirty="0">
              <a:solidFill>
                <a:sysClr val="windowText" lastClr="000000"/>
              </a:solidFill>
              <a:highlight>
                <a:srgbClr val="008080"/>
              </a:highlight>
              <a:latin typeface="American Typewriter" panose="02090604020004020304" pitchFamily="18" charset="77"/>
            </a:endParaRPr>
          </a:p>
        </p:txBody>
      </p: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D6B66055-5C11-D771-E427-F7F2C66E7279}"/>
              </a:ext>
            </a:extLst>
          </p:cNvPr>
          <p:cNvCxnSpPr>
            <a:cxnSpLocks/>
            <a:stCxn id="26" idx="2"/>
            <a:endCxn id="13" idx="0"/>
          </p:cNvCxnSpPr>
          <p:nvPr/>
        </p:nvCxnSpPr>
        <p:spPr>
          <a:xfrm>
            <a:off x="2963101" y="1542462"/>
            <a:ext cx="4704073" cy="1563860"/>
          </a:xfrm>
          <a:prstGeom prst="line">
            <a:avLst/>
          </a:prstGeom>
          <a:ln w="28575">
            <a:solidFill>
              <a:srgbClr val="92D0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207F6120-9686-F69D-405E-421C1556EF2B}"/>
              </a:ext>
            </a:extLst>
          </p:cNvPr>
          <p:cNvCxnSpPr>
            <a:cxnSpLocks/>
            <a:stCxn id="31" idx="0"/>
            <a:endCxn id="13" idx="2"/>
          </p:cNvCxnSpPr>
          <p:nvPr/>
        </p:nvCxnSpPr>
        <p:spPr>
          <a:xfrm flipV="1">
            <a:off x="2590265" y="3751678"/>
            <a:ext cx="5076909" cy="1911851"/>
          </a:xfrm>
          <a:prstGeom prst="line">
            <a:avLst/>
          </a:prstGeom>
          <a:ln w="28575">
            <a:solidFill>
              <a:srgbClr val="92D0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2F08BD0E-F260-6A17-9689-A7B48B343F21}"/>
              </a:ext>
            </a:extLst>
          </p:cNvPr>
          <p:cNvCxnSpPr>
            <a:cxnSpLocks/>
            <a:stCxn id="31" idx="0"/>
            <a:endCxn id="9" idx="2"/>
          </p:cNvCxnSpPr>
          <p:nvPr/>
        </p:nvCxnSpPr>
        <p:spPr>
          <a:xfrm flipV="1">
            <a:off x="2590265" y="3751678"/>
            <a:ext cx="1139588" cy="1911851"/>
          </a:xfrm>
          <a:prstGeom prst="line">
            <a:avLst/>
          </a:prstGeom>
          <a:ln w="28575">
            <a:solidFill>
              <a:srgbClr val="92D0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Rectangle 48">
            <a:extLst>
              <a:ext uri="{FF2B5EF4-FFF2-40B4-BE49-F238E27FC236}">
                <a16:creationId xmlns:a16="http://schemas.microsoft.com/office/drawing/2014/main" id="{8CAAB034-CD59-BD1F-1F14-6BE97ED7CC84}"/>
              </a:ext>
            </a:extLst>
          </p:cNvPr>
          <p:cNvSpPr/>
          <p:nvPr/>
        </p:nvSpPr>
        <p:spPr>
          <a:xfrm>
            <a:off x="4013998" y="901968"/>
            <a:ext cx="1216711" cy="645356"/>
          </a:xfrm>
          <a:prstGeom prst="rect">
            <a:avLst/>
          </a:prstGeom>
          <a:noFill/>
          <a:ln w="28575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ysClr val="windowText" lastClr="000000"/>
                </a:solidFill>
                <a:latin typeface="American Typewriter" panose="02090604020004020304" pitchFamily="18" charset="77"/>
              </a:rPr>
              <a:t>project</a:t>
            </a:r>
          </a:p>
        </p:txBody>
      </p: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EB2BF31F-9AEC-C32B-FB36-31D4348F6433}"/>
              </a:ext>
            </a:extLst>
          </p:cNvPr>
          <p:cNvCxnSpPr>
            <a:cxnSpLocks/>
            <a:stCxn id="9" idx="0"/>
            <a:endCxn id="49" idx="2"/>
          </p:cNvCxnSpPr>
          <p:nvPr/>
        </p:nvCxnSpPr>
        <p:spPr>
          <a:xfrm flipV="1">
            <a:off x="3729853" y="1547324"/>
            <a:ext cx="892501" cy="1558998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Rectangle 53">
            <a:extLst>
              <a:ext uri="{FF2B5EF4-FFF2-40B4-BE49-F238E27FC236}">
                <a16:creationId xmlns:a16="http://schemas.microsoft.com/office/drawing/2014/main" id="{995F679F-2CE4-C2C5-CCA3-6E79752299B6}"/>
              </a:ext>
            </a:extLst>
          </p:cNvPr>
          <p:cNvSpPr/>
          <p:nvPr/>
        </p:nvSpPr>
        <p:spPr>
          <a:xfrm>
            <a:off x="7787906" y="858560"/>
            <a:ext cx="1216711" cy="645356"/>
          </a:xfrm>
          <a:prstGeom prst="rect">
            <a:avLst/>
          </a:prstGeom>
          <a:noFill/>
          <a:ln w="28575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ysClr val="windowText" lastClr="000000"/>
                </a:solidFill>
                <a:latin typeface="American Typewriter" panose="02090604020004020304" pitchFamily="18" charset="77"/>
              </a:rPr>
              <a:t>support</a:t>
            </a:r>
          </a:p>
        </p:txBody>
      </p:sp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id="{63CF3525-28E7-DEC1-1931-2281F4FC25FF}"/>
              </a:ext>
            </a:extLst>
          </p:cNvPr>
          <p:cNvCxnSpPr>
            <a:cxnSpLocks/>
            <a:stCxn id="9" idx="0"/>
            <a:endCxn id="54" idx="2"/>
          </p:cNvCxnSpPr>
          <p:nvPr/>
        </p:nvCxnSpPr>
        <p:spPr>
          <a:xfrm flipV="1">
            <a:off x="3729853" y="1503916"/>
            <a:ext cx="4666409" cy="1602406"/>
          </a:xfrm>
          <a:prstGeom prst="line">
            <a:avLst/>
          </a:prstGeom>
          <a:ln w="28575">
            <a:solidFill>
              <a:srgbClr val="92D0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Straight Connector 65">
            <a:extLst>
              <a:ext uri="{FF2B5EF4-FFF2-40B4-BE49-F238E27FC236}">
                <a16:creationId xmlns:a16="http://schemas.microsoft.com/office/drawing/2014/main" id="{85FFB5AB-CFCC-42F4-F4D1-E3C073076324}"/>
              </a:ext>
            </a:extLst>
          </p:cNvPr>
          <p:cNvCxnSpPr>
            <a:cxnSpLocks/>
            <a:stCxn id="13" idx="0"/>
            <a:endCxn id="54" idx="2"/>
          </p:cNvCxnSpPr>
          <p:nvPr/>
        </p:nvCxnSpPr>
        <p:spPr>
          <a:xfrm flipV="1">
            <a:off x="7667174" y="1503916"/>
            <a:ext cx="729088" cy="1602406"/>
          </a:xfrm>
          <a:prstGeom prst="line">
            <a:avLst/>
          </a:prstGeom>
          <a:ln w="28575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2" name="Rectangle 71">
            <a:extLst>
              <a:ext uri="{FF2B5EF4-FFF2-40B4-BE49-F238E27FC236}">
                <a16:creationId xmlns:a16="http://schemas.microsoft.com/office/drawing/2014/main" id="{0093A161-4477-3D7E-9D43-12F35638DF07}"/>
              </a:ext>
            </a:extLst>
          </p:cNvPr>
          <p:cNvSpPr/>
          <p:nvPr/>
        </p:nvSpPr>
        <p:spPr>
          <a:xfrm>
            <a:off x="7922213" y="5586112"/>
            <a:ext cx="1216711" cy="645356"/>
          </a:xfrm>
          <a:prstGeom prst="rect">
            <a:avLst/>
          </a:prstGeom>
          <a:noFill/>
          <a:ln w="28575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ysClr val="windowText" lastClr="000000"/>
                </a:solidFill>
                <a:latin typeface="American Typewriter" panose="02090604020004020304" pitchFamily="18" charset="77"/>
              </a:rPr>
              <a:t>mat_mul</a:t>
            </a:r>
            <a:endParaRPr lang="en-US" dirty="0">
              <a:solidFill>
                <a:sysClr val="windowText" lastClr="000000"/>
              </a:solidFill>
              <a:latin typeface="American Typewriter" panose="02090604020004020304" pitchFamily="18" charset="77"/>
            </a:endParaRPr>
          </a:p>
          <a:p>
            <a:pPr algn="ctr"/>
            <a:r>
              <a:rPr lang="en-US" dirty="0">
                <a:solidFill>
                  <a:sysClr val="windowText" lastClr="000000"/>
                </a:solidFill>
                <a:highlight>
                  <a:srgbClr val="008080"/>
                </a:highlight>
                <a:latin typeface="American Typewriter" panose="02090604020004020304" pitchFamily="18" charset="77"/>
              </a:rPr>
              <a:t> @ </a:t>
            </a:r>
            <a:r>
              <a:rPr lang="en-US" dirty="0">
                <a:solidFill>
                  <a:sysClr val="windowText" lastClr="000000"/>
                </a:solidFill>
                <a:latin typeface="American Typewriter" panose="02090604020004020304" pitchFamily="18" charset="77"/>
              </a:rPr>
              <a:t>‎ </a:t>
            </a:r>
            <a:endParaRPr lang="en-US" dirty="0">
              <a:solidFill>
                <a:sysClr val="windowText" lastClr="000000"/>
              </a:solidFill>
              <a:highlight>
                <a:srgbClr val="008080"/>
              </a:highlight>
              <a:latin typeface="American Typewriter" panose="02090604020004020304" pitchFamily="18" charset="77"/>
            </a:endParaRPr>
          </a:p>
        </p:txBody>
      </p:sp>
      <p:cxnSp>
        <p:nvCxnSpPr>
          <p:cNvPr id="73" name="Straight Connector 72">
            <a:extLst>
              <a:ext uri="{FF2B5EF4-FFF2-40B4-BE49-F238E27FC236}">
                <a16:creationId xmlns:a16="http://schemas.microsoft.com/office/drawing/2014/main" id="{2C38E8AB-790B-B11A-AAD8-70601181569E}"/>
              </a:ext>
            </a:extLst>
          </p:cNvPr>
          <p:cNvCxnSpPr>
            <a:cxnSpLocks/>
            <a:stCxn id="72" idx="0"/>
            <a:endCxn id="13" idx="2"/>
          </p:cNvCxnSpPr>
          <p:nvPr/>
        </p:nvCxnSpPr>
        <p:spPr>
          <a:xfrm flipH="1" flipV="1">
            <a:off x="7667174" y="3751678"/>
            <a:ext cx="863395" cy="1834434"/>
          </a:xfrm>
          <a:prstGeom prst="line">
            <a:avLst/>
          </a:prstGeom>
          <a:ln w="28575">
            <a:solidFill>
              <a:srgbClr val="92D0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Straight Connector 75">
            <a:extLst>
              <a:ext uri="{FF2B5EF4-FFF2-40B4-BE49-F238E27FC236}">
                <a16:creationId xmlns:a16="http://schemas.microsoft.com/office/drawing/2014/main" id="{8A8A6C4A-7E61-D187-9C39-E79A8ECAD8FD}"/>
              </a:ext>
            </a:extLst>
          </p:cNvPr>
          <p:cNvCxnSpPr>
            <a:cxnSpLocks/>
            <a:stCxn id="72" idx="0"/>
            <a:endCxn id="9" idx="2"/>
          </p:cNvCxnSpPr>
          <p:nvPr/>
        </p:nvCxnSpPr>
        <p:spPr>
          <a:xfrm flipH="1" flipV="1">
            <a:off x="3729853" y="3751678"/>
            <a:ext cx="4800716" cy="1834434"/>
          </a:xfrm>
          <a:prstGeom prst="line">
            <a:avLst/>
          </a:prstGeom>
          <a:ln w="28575">
            <a:solidFill>
              <a:srgbClr val="92D0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7" name="Rectangle 86">
            <a:extLst>
              <a:ext uri="{FF2B5EF4-FFF2-40B4-BE49-F238E27FC236}">
                <a16:creationId xmlns:a16="http://schemas.microsoft.com/office/drawing/2014/main" id="{54C72385-4577-35D6-A30A-FE17378B414A}"/>
              </a:ext>
            </a:extLst>
          </p:cNvPr>
          <p:cNvSpPr/>
          <p:nvPr/>
        </p:nvSpPr>
        <p:spPr>
          <a:xfrm>
            <a:off x="381220" y="885708"/>
            <a:ext cx="1438214" cy="645356"/>
          </a:xfrm>
          <a:prstGeom prst="rect">
            <a:avLst/>
          </a:prstGeom>
          <a:noFill/>
          <a:ln w="28575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ysClr val="windowText" lastClr="000000"/>
                </a:solidFill>
                <a:latin typeface="American Typewriter" panose="02090604020004020304" pitchFamily="18" charset="77"/>
              </a:rPr>
              <a:t>mink_sum</a:t>
            </a:r>
            <a:endParaRPr lang="en-US" dirty="0">
              <a:solidFill>
                <a:sysClr val="windowText" lastClr="000000"/>
              </a:solidFill>
              <a:latin typeface="American Typewriter" panose="02090604020004020304" pitchFamily="18" charset="77"/>
            </a:endParaRPr>
          </a:p>
          <a:p>
            <a:pPr algn="ctr"/>
            <a:r>
              <a:rPr lang="en-US" dirty="0">
                <a:solidFill>
                  <a:sysClr val="windowText" lastClr="000000"/>
                </a:solidFill>
                <a:highlight>
                  <a:srgbClr val="008080"/>
                </a:highlight>
                <a:latin typeface="American Typewriter" panose="02090604020004020304" pitchFamily="18" charset="77"/>
              </a:rPr>
              <a:t> + </a:t>
            </a:r>
            <a:r>
              <a:rPr lang="en-US" dirty="0">
                <a:solidFill>
                  <a:sysClr val="windowText" lastClr="000000"/>
                </a:solidFill>
                <a:latin typeface="American Typewriter" panose="02090604020004020304" pitchFamily="18" charset="77"/>
              </a:rPr>
              <a:t>‎ </a:t>
            </a:r>
            <a:endParaRPr lang="en-US" dirty="0">
              <a:solidFill>
                <a:sysClr val="windowText" lastClr="000000"/>
              </a:solidFill>
              <a:highlight>
                <a:srgbClr val="008080"/>
              </a:highlight>
              <a:latin typeface="American Typewriter" panose="02090604020004020304" pitchFamily="18" charset="77"/>
            </a:endParaRPr>
          </a:p>
        </p:txBody>
      </p:sp>
      <p:cxnSp>
        <p:nvCxnSpPr>
          <p:cNvPr id="88" name="Straight Connector 87">
            <a:extLst>
              <a:ext uri="{FF2B5EF4-FFF2-40B4-BE49-F238E27FC236}">
                <a16:creationId xmlns:a16="http://schemas.microsoft.com/office/drawing/2014/main" id="{7C6F7012-7A4D-1AB8-67AE-716BFE7BEAE2}"/>
              </a:ext>
            </a:extLst>
          </p:cNvPr>
          <p:cNvCxnSpPr>
            <a:cxnSpLocks/>
            <a:stCxn id="9" idx="0"/>
            <a:endCxn id="87" idx="2"/>
          </p:cNvCxnSpPr>
          <p:nvPr/>
        </p:nvCxnSpPr>
        <p:spPr>
          <a:xfrm flipH="1" flipV="1">
            <a:off x="1100327" y="1531064"/>
            <a:ext cx="2629526" cy="1575258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2" name="Rectangle 91">
            <a:extLst>
              <a:ext uri="{FF2B5EF4-FFF2-40B4-BE49-F238E27FC236}">
                <a16:creationId xmlns:a16="http://schemas.microsoft.com/office/drawing/2014/main" id="{1FC6B2F6-693C-F985-F6F9-5F70CCE56E4B}"/>
              </a:ext>
            </a:extLst>
          </p:cNvPr>
          <p:cNvSpPr/>
          <p:nvPr/>
        </p:nvSpPr>
        <p:spPr>
          <a:xfrm>
            <a:off x="10989228" y="5315656"/>
            <a:ext cx="1438214" cy="645356"/>
          </a:xfrm>
          <a:prstGeom prst="rect">
            <a:avLst/>
          </a:prstGeom>
          <a:noFill/>
          <a:ln w="28575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ysClr val="windowText" lastClr="000000"/>
                </a:solidFill>
                <a:latin typeface="American Typewriter" panose="02090604020004020304" pitchFamily="18" charset="77"/>
              </a:rPr>
              <a:t>pont_diff</a:t>
            </a:r>
            <a:endParaRPr lang="en-US" dirty="0">
              <a:solidFill>
                <a:sysClr val="windowText" lastClr="000000"/>
              </a:solidFill>
              <a:latin typeface="American Typewriter" panose="02090604020004020304" pitchFamily="18" charset="77"/>
            </a:endParaRPr>
          </a:p>
          <a:p>
            <a:pPr algn="ctr"/>
            <a:r>
              <a:rPr lang="en-US" dirty="0">
                <a:solidFill>
                  <a:sysClr val="windowText" lastClr="000000"/>
                </a:solidFill>
                <a:highlight>
                  <a:srgbClr val="008080"/>
                </a:highlight>
                <a:latin typeface="American Typewriter" panose="02090604020004020304" pitchFamily="18" charset="77"/>
              </a:rPr>
              <a:t> - </a:t>
            </a:r>
            <a:r>
              <a:rPr lang="en-US" dirty="0">
                <a:solidFill>
                  <a:sysClr val="windowText" lastClr="000000"/>
                </a:solidFill>
                <a:latin typeface="American Typewriter" panose="02090604020004020304" pitchFamily="18" charset="77"/>
              </a:rPr>
              <a:t>‎ </a:t>
            </a:r>
            <a:endParaRPr lang="en-US" dirty="0">
              <a:solidFill>
                <a:sysClr val="windowText" lastClr="000000"/>
              </a:solidFill>
              <a:highlight>
                <a:srgbClr val="008080"/>
              </a:highlight>
              <a:latin typeface="American Typewriter" panose="02090604020004020304" pitchFamily="18" charset="77"/>
            </a:endParaRPr>
          </a:p>
        </p:txBody>
      </p:sp>
      <p:sp>
        <p:nvSpPr>
          <p:cNvPr id="94" name="Rectangle 93">
            <a:extLst>
              <a:ext uri="{FF2B5EF4-FFF2-40B4-BE49-F238E27FC236}">
                <a16:creationId xmlns:a16="http://schemas.microsoft.com/office/drawing/2014/main" id="{DD4E7D6A-5A78-81D4-4044-2E8B8E1F4D36}"/>
              </a:ext>
            </a:extLst>
          </p:cNvPr>
          <p:cNvSpPr/>
          <p:nvPr/>
        </p:nvSpPr>
        <p:spPr>
          <a:xfrm>
            <a:off x="9445622" y="858241"/>
            <a:ext cx="1438214" cy="645356"/>
          </a:xfrm>
          <a:prstGeom prst="rect">
            <a:avLst/>
          </a:prstGeom>
          <a:noFill/>
          <a:ln w="28575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ysClr val="windowText" lastClr="000000"/>
                </a:solidFill>
                <a:latin typeface="American Typewriter" panose="02090604020004020304" pitchFamily="18" charset="77"/>
              </a:rPr>
              <a:t>intersect</a:t>
            </a:r>
          </a:p>
          <a:p>
            <a:pPr algn="ctr"/>
            <a:r>
              <a:rPr lang="en-US" dirty="0">
                <a:solidFill>
                  <a:sysClr val="windowText" lastClr="000000"/>
                </a:solidFill>
                <a:highlight>
                  <a:srgbClr val="008080"/>
                </a:highlight>
                <a:latin typeface="American Typewriter" panose="02090604020004020304" pitchFamily="18" charset="77"/>
              </a:rPr>
              <a:t> &amp; </a:t>
            </a:r>
            <a:r>
              <a:rPr lang="en-US" dirty="0">
                <a:solidFill>
                  <a:sysClr val="windowText" lastClr="000000"/>
                </a:solidFill>
                <a:latin typeface="American Typewriter" panose="02090604020004020304" pitchFamily="18" charset="77"/>
              </a:rPr>
              <a:t>‎ </a:t>
            </a:r>
            <a:endParaRPr lang="en-US" dirty="0">
              <a:solidFill>
                <a:sysClr val="windowText" lastClr="000000"/>
              </a:solidFill>
              <a:highlight>
                <a:srgbClr val="008080"/>
              </a:highlight>
              <a:latin typeface="American Typewriter" panose="02090604020004020304" pitchFamily="18" charset="77"/>
            </a:endParaRPr>
          </a:p>
        </p:txBody>
      </p:sp>
      <p:cxnSp>
        <p:nvCxnSpPr>
          <p:cNvPr id="95" name="Straight Connector 94">
            <a:extLst>
              <a:ext uri="{FF2B5EF4-FFF2-40B4-BE49-F238E27FC236}">
                <a16:creationId xmlns:a16="http://schemas.microsoft.com/office/drawing/2014/main" id="{6687C6CA-092C-D384-3940-EA96D07976BE}"/>
              </a:ext>
            </a:extLst>
          </p:cNvPr>
          <p:cNvCxnSpPr>
            <a:cxnSpLocks/>
            <a:stCxn id="13" idx="0"/>
            <a:endCxn id="94" idx="2"/>
          </p:cNvCxnSpPr>
          <p:nvPr/>
        </p:nvCxnSpPr>
        <p:spPr>
          <a:xfrm flipV="1">
            <a:off x="7667174" y="1503597"/>
            <a:ext cx="2497555" cy="1602725"/>
          </a:xfrm>
          <a:prstGeom prst="line">
            <a:avLst/>
          </a:prstGeom>
          <a:ln w="28575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0" name="Rectangle 99">
            <a:extLst>
              <a:ext uri="{FF2B5EF4-FFF2-40B4-BE49-F238E27FC236}">
                <a16:creationId xmlns:a16="http://schemas.microsoft.com/office/drawing/2014/main" id="{9B1E240F-47B8-4FCB-5AEA-B0F692CB0722}"/>
              </a:ext>
            </a:extLst>
          </p:cNvPr>
          <p:cNvSpPr/>
          <p:nvPr/>
        </p:nvSpPr>
        <p:spPr>
          <a:xfrm>
            <a:off x="9511921" y="5459769"/>
            <a:ext cx="1068773" cy="645356"/>
          </a:xfrm>
          <a:prstGeom prst="rect">
            <a:avLst/>
          </a:prstGeom>
          <a:noFill/>
          <a:ln w="28575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ysClr val="windowText" lastClr="000000"/>
                </a:solidFill>
                <a:latin typeface="American Typewriter" panose="02090604020004020304" pitchFamily="18" charset="77"/>
              </a:rPr>
              <a:t>reduce‎ </a:t>
            </a:r>
            <a:endParaRPr lang="en-US" dirty="0">
              <a:solidFill>
                <a:sysClr val="windowText" lastClr="000000"/>
              </a:solidFill>
              <a:highlight>
                <a:srgbClr val="008080"/>
              </a:highlight>
              <a:latin typeface="American Typewriter" panose="02090604020004020304" pitchFamily="18" charset="77"/>
            </a:endParaRPr>
          </a:p>
        </p:txBody>
      </p:sp>
      <p:cxnSp>
        <p:nvCxnSpPr>
          <p:cNvPr id="101" name="Straight Connector 100">
            <a:extLst>
              <a:ext uri="{FF2B5EF4-FFF2-40B4-BE49-F238E27FC236}">
                <a16:creationId xmlns:a16="http://schemas.microsoft.com/office/drawing/2014/main" id="{C1C588CF-D093-E0DC-57B9-40858E6145F5}"/>
              </a:ext>
            </a:extLst>
          </p:cNvPr>
          <p:cNvCxnSpPr>
            <a:cxnSpLocks/>
            <a:stCxn id="100" idx="0"/>
            <a:endCxn id="9" idx="2"/>
          </p:cNvCxnSpPr>
          <p:nvPr/>
        </p:nvCxnSpPr>
        <p:spPr>
          <a:xfrm flipH="1" flipV="1">
            <a:off x="3729853" y="3751678"/>
            <a:ext cx="6316455" cy="1708091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" name="Straight Connector 108">
            <a:extLst>
              <a:ext uri="{FF2B5EF4-FFF2-40B4-BE49-F238E27FC236}">
                <a16:creationId xmlns:a16="http://schemas.microsoft.com/office/drawing/2014/main" id="{83308D39-15CB-3A52-0F7B-6CCCF7046A85}"/>
              </a:ext>
            </a:extLst>
          </p:cNvPr>
          <p:cNvCxnSpPr>
            <a:cxnSpLocks/>
            <a:stCxn id="100" idx="0"/>
            <a:endCxn id="13" idx="2"/>
          </p:cNvCxnSpPr>
          <p:nvPr/>
        </p:nvCxnSpPr>
        <p:spPr>
          <a:xfrm flipH="1" flipV="1">
            <a:off x="7667174" y="3751678"/>
            <a:ext cx="2379134" cy="1708091"/>
          </a:xfrm>
          <a:prstGeom prst="line">
            <a:avLst/>
          </a:prstGeom>
          <a:ln w="28575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2" name="Rectangle 111">
            <a:extLst>
              <a:ext uri="{FF2B5EF4-FFF2-40B4-BE49-F238E27FC236}">
                <a16:creationId xmlns:a16="http://schemas.microsoft.com/office/drawing/2014/main" id="{C69EB4CF-B624-A337-228B-5633AE4018A1}"/>
              </a:ext>
            </a:extLst>
          </p:cNvPr>
          <p:cNvSpPr/>
          <p:nvPr/>
        </p:nvSpPr>
        <p:spPr>
          <a:xfrm>
            <a:off x="309084" y="4105549"/>
            <a:ext cx="1216711" cy="645356"/>
          </a:xfrm>
          <a:prstGeom prst="rect">
            <a:avLst/>
          </a:prstGeom>
          <a:noFill/>
          <a:ln w="28575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ysClr val="windowText" lastClr="000000"/>
                </a:solidFill>
                <a:latin typeface="American Typewriter" panose="02090604020004020304" pitchFamily="18" charset="77"/>
              </a:rPr>
              <a:t>envelope</a:t>
            </a:r>
          </a:p>
        </p:txBody>
      </p:sp>
      <p:cxnSp>
        <p:nvCxnSpPr>
          <p:cNvPr id="113" name="Straight Connector 112">
            <a:extLst>
              <a:ext uri="{FF2B5EF4-FFF2-40B4-BE49-F238E27FC236}">
                <a16:creationId xmlns:a16="http://schemas.microsoft.com/office/drawing/2014/main" id="{27FA4E92-203F-F7B8-A48E-1988B4B6AACA}"/>
              </a:ext>
            </a:extLst>
          </p:cNvPr>
          <p:cNvCxnSpPr>
            <a:cxnSpLocks/>
            <a:stCxn id="112" idx="3"/>
            <a:endCxn id="9" idx="2"/>
          </p:cNvCxnSpPr>
          <p:nvPr/>
        </p:nvCxnSpPr>
        <p:spPr>
          <a:xfrm flipV="1">
            <a:off x="1525795" y="3751678"/>
            <a:ext cx="2204058" cy="676549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8" name="Rectangle 117">
            <a:extLst>
              <a:ext uri="{FF2B5EF4-FFF2-40B4-BE49-F238E27FC236}">
                <a16:creationId xmlns:a16="http://schemas.microsoft.com/office/drawing/2014/main" id="{0FAE3178-190F-5194-0699-0571B51D675E}"/>
              </a:ext>
            </a:extLst>
          </p:cNvPr>
          <p:cNvSpPr/>
          <p:nvPr/>
        </p:nvSpPr>
        <p:spPr>
          <a:xfrm>
            <a:off x="307038" y="5002671"/>
            <a:ext cx="1438214" cy="645356"/>
          </a:xfrm>
          <a:prstGeom prst="rect">
            <a:avLst/>
          </a:prstGeom>
          <a:noFill/>
          <a:ln w="28575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ysClr val="windowText" lastClr="000000"/>
                </a:solidFill>
                <a:latin typeface="American Typewriter" panose="02090604020004020304" pitchFamily="18" charset="77"/>
              </a:rPr>
              <a:t>contains</a:t>
            </a:r>
          </a:p>
          <a:p>
            <a:pPr algn="ctr"/>
            <a:r>
              <a:rPr lang="en-US" dirty="0">
                <a:solidFill>
                  <a:sysClr val="windowText" lastClr="000000"/>
                </a:solidFill>
                <a:highlight>
                  <a:srgbClr val="008080"/>
                </a:highlight>
                <a:latin typeface="American Typewriter" panose="02090604020004020304" pitchFamily="18" charset="77"/>
              </a:rPr>
              <a:t> in </a:t>
            </a:r>
            <a:r>
              <a:rPr lang="en-US" dirty="0">
                <a:solidFill>
                  <a:sysClr val="windowText" lastClr="000000"/>
                </a:solidFill>
                <a:latin typeface="American Typewriter" panose="02090604020004020304" pitchFamily="18" charset="77"/>
              </a:rPr>
              <a:t>‎ </a:t>
            </a:r>
            <a:endParaRPr lang="en-US" dirty="0">
              <a:solidFill>
                <a:sysClr val="windowText" lastClr="000000"/>
              </a:solidFill>
              <a:highlight>
                <a:srgbClr val="008080"/>
              </a:highlight>
              <a:latin typeface="American Typewriter" panose="02090604020004020304" pitchFamily="18" charset="77"/>
            </a:endParaRPr>
          </a:p>
        </p:txBody>
      </p:sp>
      <p:cxnSp>
        <p:nvCxnSpPr>
          <p:cNvPr id="119" name="Straight Connector 118">
            <a:extLst>
              <a:ext uri="{FF2B5EF4-FFF2-40B4-BE49-F238E27FC236}">
                <a16:creationId xmlns:a16="http://schemas.microsoft.com/office/drawing/2014/main" id="{44160C04-7EA7-7F25-ADA7-6F0D420FD3A5}"/>
              </a:ext>
            </a:extLst>
          </p:cNvPr>
          <p:cNvCxnSpPr>
            <a:cxnSpLocks/>
            <a:stCxn id="118" idx="0"/>
            <a:endCxn id="13" idx="2"/>
          </p:cNvCxnSpPr>
          <p:nvPr/>
        </p:nvCxnSpPr>
        <p:spPr>
          <a:xfrm flipV="1">
            <a:off x="1026145" y="3751678"/>
            <a:ext cx="6641029" cy="1250993"/>
          </a:xfrm>
          <a:prstGeom prst="line">
            <a:avLst/>
          </a:prstGeom>
          <a:ln w="28575">
            <a:solidFill>
              <a:srgbClr val="92D0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2" name="Straight Connector 121">
            <a:extLst>
              <a:ext uri="{FF2B5EF4-FFF2-40B4-BE49-F238E27FC236}">
                <a16:creationId xmlns:a16="http://schemas.microsoft.com/office/drawing/2014/main" id="{C1DFDD90-A6D7-F931-1E2B-DECADAD2D381}"/>
              </a:ext>
            </a:extLst>
          </p:cNvPr>
          <p:cNvCxnSpPr>
            <a:cxnSpLocks/>
            <a:stCxn id="9" idx="2"/>
            <a:endCxn id="118" idx="0"/>
          </p:cNvCxnSpPr>
          <p:nvPr/>
        </p:nvCxnSpPr>
        <p:spPr>
          <a:xfrm flipH="1">
            <a:off x="1026145" y="3751678"/>
            <a:ext cx="2703708" cy="1250993"/>
          </a:xfrm>
          <a:prstGeom prst="line">
            <a:avLst/>
          </a:prstGeom>
          <a:ln w="28575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1" name="Rectangle 130">
            <a:extLst>
              <a:ext uri="{FF2B5EF4-FFF2-40B4-BE49-F238E27FC236}">
                <a16:creationId xmlns:a16="http://schemas.microsoft.com/office/drawing/2014/main" id="{A840C999-AED7-6C86-6C6C-140E0A8A1602}"/>
              </a:ext>
            </a:extLst>
          </p:cNvPr>
          <p:cNvSpPr/>
          <p:nvPr/>
        </p:nvSpPr>
        <p:spPr>
          <a:xfrm>
            <a:off x="311089" y="5649614"/>
            <a:ext cx="1438214" cy="645356"/>
          </a:xfrm>
          <a:prstGeom prst="rect">
            <a:avLst/>
          </a:prstGeom>
          <a:noFill/>
          <a:ln w="28575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ysClr val="windowText" lastClr="000000"/>
                </a:solidFill>
                <a:latin typeface="American Typewriter" panose="02090604020004020304" pitchFamily="18" charset="77"/>
              </a:rPr>
              <a:t>sample</a:t>
            </a:r>
          </a:p>
        </p:txBody>
      </p:sp>
      <p:sp>
        <p:nvSpPr>
          <p:cNvPr id="150" name="TextBox 149">
            <a:extLst>
              <a:ext uri="{FF2B5EF4-FFF2-40B4-BE49-F238E27FC236}">
                <a16:creationId xmlns:a16="http://schemas.microsoft.com/office/drawing/2014/main" id="{85BEA69B-8863-5DFF-25C4-32D9D9264D57}"/>
              </a:ext>
            </a:extLst>
          </p:cNvPr>
          <p:cNvSpPr txBox="1"/>
          <p:nvPr/>
        </p:nvSpPr>
        <p:spPr>
          <a:xfrm>
            <a:off x="1976845" y="2170839"/>
            <a:ext cx="25199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FF0000"/>
                </a:solidFill>
              </a:rPr>
              <a:t>I</a:t>
            </a:r>
          </a:p>
        </p:txBody>
      </p:sp>
      <p:sp>
        <p:nvSpPr>
          <p:cNvPr id="151" name="TextBox 150">
            <a:extLst>
              <a:ext uri="{FF2B5EF4-FFF2-40B4-BE49-F238E27FC236}">
                <a16:creationId xmlns:a16="http://schemas.microsoft.com/office/drawing/2014/main" id="{89A4108F-897E-6061-0FA0-73EAAE430A7A}"/>
              </a:ext>
            </a:extLst>
          </p:cNvPr>
          <p:cNvSpPr txBox="1"/>
          <p:nvPr/>
        </p:nvSpPr>
        <p:spPr>
          <a:xfrm>
            <a:off x="1794188" y="3920883"/>
            <a:ext cx="25199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FF0000"/>
                </a:solidFill>
              </a:rPr>
              <a:t>I</a:t>
            </a:r>
          </a:p>
        </p:txBody>
      </p:sp>
      <p:sp>
        <p:nvSpPr>
          <p:cNvPr id="152" name="TextBox 151">
            <a:extLst>
              <a:ext uri="{FF2B5EF4-FFF2-40B4-BE49-F238E27FC236}">
                <a16:creationId xmlns:a16="http://schemas.microsoft.com/office/drawing/2014/main" id="{57A40FCA-6C9A-4F31-8019-C6D03ABAD76D}"/>
              </a:ext>
            </a:extLst>
          </p:cNvPr>
          <p:cNvSpPr txBox="1"/>
          <p:nvPr/>
        </p:nvSpPr>
        <p:spPr>
          <a:xfrm>
            <a:off x="4213673" y="2245107"/>
            <a:ext cx="25199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FF0000"/>
                </a:solidFill>
              </a:rPr>
              <a:t>I</a:t>
            </a:r>
          </a:p>
        </p:txBody>
      </p:sp>
      <p:sp>
        <p:nvSpPr>
          <p:cNvPr id="153" name="TextBox 152">
            <a:extLst>
              <a:ext uri="{FF2B5EF4-FFF2-40B4-BE49-F238E27FC236}">
                <a16:creationId xmlns:a16="http://schemas.microsoft.com/office/drawing/2014/main" id="{95A7CC60-1F45-7A7A-CB25-A1049E7FA687}"/>
              </a:ext>
            </a:extLst>
          </p:cNvPr>
          <p:cNvSpPr txBox="1"/>
          <p:nvPr/>
        </p:nvSpPr>
        <p:spPr>
          <a:xfrm>
            <a:off x="6292109" y="3736217"/>
            <a:ext cx="25199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FF0000"/>
                </a:solidFill>
              </a:rPr>
              <a:t>I</a:t>
            </a:r>
          </a:p>
        </p:txBody>
      </p:sp>
      <p:sp>
        <p:nvSpPr>
          <p:cNvPr id="154" name="TextBox 153">
            <a:extLst>
              <a:ext uri="{FF2B5EF4-FFF2-40B4-BE49-F238E27FC236}">
                <a16:creationId xmlns:a16="http://schemas.microsoft.com/office/drawing/2014/main" id="{499BC6FE-AFE7-F389-75B9-A8F3643C3ED3}"/>
              </a:ext>
            </a:extLst>
          </p:cNvPr>
          <p:cNvSpPr txBox="1"/>
          <p:nvPr/>
        </p:nvSpPr>
        <p:spPr>
          <a:xfrm>
            <a:off x="8883884" y="2319514"/>
            <a:ext cx="3193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FFFF00"/>
                </a:solidFill>
              </a:rPr>
              <a:t>II</a:t>
            </a:r>
          </a:p>
        </p:txBody>
      </p:sp>
      <p:sp>
        <p:nvSpPr>
          <p:cNvPr id="156" name="TextBox 155">
            <a:extLst>
              <a:ext uri="{FF2B5EF4-FFF2-40B4-BE49-F238E27FC236}">
                <a16:creationId xmlns:a16="http://schemas.microsoft.com/office/drawing/2014/main" id="{0920FBEE-7032-277C-921E-0B38EC753303}"/>
              </a:ext>
            </a:extLst>
          </p:cNvPr>
          <p:cNvSpPr txBox="1"/>
          <p:nvPr/>
        </p:nvSpPr>
        <p:spPr>
          <a:xfrm>
            <a:off x="9795276" y="6105661"/>
            <a:ext cx="50206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FF0000"/>
                </a:solidFill>
              </a:rPr>
              <a:t>I</a:t>
            </a:r>
            <a:r>
              <a:rPr lang="en-US" dirty="0"/>
              <a:t>,</a:t>
            </a:r>
            <a:r>
              <a:rPr lang="en-US" b="1" dirty="0">
                <a:solidFill>
                  <a:srgbClr val="FF0000"/>
                </a:solidFill>
              </a:rPr>
              <a:t> </a:t>
            </a:r>
            <a:r>
              <a:rPr lang="en-US" b="1" dirty="0">
                <a:solidFill>
                  <a:srgbClr val="FFFF00"/>
                </a:solidFill>
              </a:rPr>
              <a:t>II</a:t>
            </a:r>
          </a:p>
        </p:txBody>
      </p:sp>
      <p:sp>
        <p:nvSpPr>
          <p:cNvPr id="160" name="Rectangle 159">
            <a:extLst>
              <a:ext uri="{FF2B5EF4-FFF2-40B4-BE49-F238E27FC236}">
                <a16:creationId xmlns:a16="http://schemas.microsoft.com/office/drawing/2014/main" id="{1E1A9D3B-E80B-7B16-BB38-AABEAA3801BC}"/>
              </a:ext>
            </a:extLst>
          </p:cNvPr>
          <p:cNvSpPr/>
          <p:nvPr/>
        </p:nvSpPr>
        <p:spPr>
          <a:xfrm>
            <a:off x="3431227" y="5354084"/>
            <a:ext cx="1438214" cy="645356"/>
          </a:xfrm>
          <a:prstGeom prst="rect">
            <a:avLst/>
          </a:prstGeom>
          <a:noFill/>
          <a:ln w="28575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ysClr val="windowText" lastClr="000000"/>
                </a:solidFill>
                <a:latin typeface="American Typewriter" panose="02090604020004020304" pitchFamily="18" charset="77"/>
              </a:rPr>
              <a:t>covers</a:t>
            </a:r>
          </a:p>
          <a:p>
            <a:pPr algn="ctr"/>
            <a:r>
              <a:rPr lang="en-US" dirty="0">
                <a:solidFill>
                  <a:sysClr val="windowText" lastClr="000000"/>
                </a:solidFill>
                <a:highlight>
                  <a:srgbClr val="008080"/>
                </a:highlight>
                <a:latin typeface="American Typewriter" panose="02090604020004020304" pitchFamily="18" charset="77"/>
              </a:rPr>
              <a:t> &lt;= </a:t>
            </a:r>
            <a:r>
              <a:rPr lang="en-US" dirty="0">
                <a:solidFill>
                  <a:sysClr val="windowText" lastClr="000000"/>
                </a:solidFill>
                <a:latin typeface="American Typewriter" panose="02090604020004020304" pitchFamily="18" charset="77"/>
              </a:rPr>
              <a:t>‎ </a:t>
            </a:r>
            <a:endParaRPr lang="en-US" dirty="0">
              <a:solidFill>
                <a:sysClr val="windowText" lastClr="000000"/>
              </a:solidFill>
              <a:highlight>
                <a:srgbClr val="008080"/>
              </a:highlight>
              <a:latin typeface="American Typewriter" panose="02090604020004020304" pitchFamily="18" charset="77"/>
            </a:endParaRPr>
          </a:p>
        </p:txBody>
      </p:sp>
      <p:cxnSp>
        <p:nvCxnSpPr>
          <p:cNvPr id="161" name="Straight Connector 160">
            <a:extLst>
              <a:ext uri="{FF2B5EF4-FFF2-40B4-BE49-F238E27FC236}">
                <a16:creationId xmlns:a16="http://schemas.microsoft.com/office/drawing/2014/main" id="{B011F7EC-8451-CEDE-9366-A66104132FD9}"/>
              </a:ext>
            </a:extLst>
          </p:cNvPr>
          <p:cNvCxnSpPr>
            <a:cxnSpLocks/>
            <a:stCxn id="160" idx="0"/>
            <a:endCxn id="9" idx="2"/>
          </p:cNvCxnSpPr>
          <p:nvPr/>
        </p:nvCxnSpPr>
        <p:spPr>
          <a:xfrm flipH="1" flipV="1">
            <a:off x="3729853" y="3751678"/>
            <a:ext cx="420481" cy="1602406"/>
          </a:xfrm>
          <a:prstGeom prst="line">
            <a:avLst/>
          </a:prstGeom>
          <a:ln w="28575">
            <a:solidFill>
              <a:srgbClr val="92D0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4" name="Straight Connector 163">
            <a:extLst>
              <a:ext uri="{FF2B5EF4-FFF2-40B4-BE49-F238E27FC236}">
                <a16:creationId xmlns:a16="http://schemas.microsoft.com/office/drawing/2014/main" id="{4F794AEF-497B-1A22-DB28-BBFFA3E27C98}"/>
              </a:ext>
            </a:extLst>
          </p:cNvPr>
          <p:cNvCxnSpPr>
            <a:cxnSpLocks/>
            <a:stCxn id="160" idx="0"/>
            <a:endCxn id="13" idx="2"/>
          </p:cNvCxnSpPr>
          <p:nvPr/>
        </p:nvCxnSpPr>
        <p:spPr>
          <a:xfrm flipV="1">
            <a:off x="4150334" y="3751678"/>
            <a:ext cx="3516840" cy="1602406"/>
          </a:xfrm>
          <a:prstGeom prst="line">
            <a:avLst/>
          </a:prstGeom>
          <a:ln w="28575">
            <a:solidFill>
              <a:srgbClr val="FFFF0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9" name="TextBox 178">
            <a:extLst>
              <a:ext uri="{FF2B5EF4-FFF2-40B4-BE49-F238E27FC236}">
                <a16:creationId xmlns:a16="http://schemas.microsoft.com/office/drawing/2014/main" id="{481B9D90-30D6-A2B2-25E6-8C6FED4FA22F}"/>
              </a:ext>
            </a:extLst>
          </p:cNvPr>
          <p:cNvSpPr txBox="1"/>
          <p:nvPr/>
        </p:nvSpPr>
        <p:spPr>
          <a:xfrm>
            <a:off x="3561070" y="5999440"/>
            <a:ext cx="117852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>
                <a:solidFill>
                  <a:schemeClr val="bg1">
                    <a:lumMod val="65000"/>
                  </a:schemeClr>
                </a:solidFill>
              </a:rPr>
              <a:t>other poly</a:t>
            </a:r>
          </a:p>
          <a:p>
            <a:pPr algn="ctr"/>
            <a:r>
              <a:rPr lang="en-US" dirty="0">
                <a:solidFill>
                  <a:schemeClr val="bg1">
                    <a:lumMod val="65000"/>
                  </a:schemeClr>
                </a:solidFill>
              </a:rPr>
              <a:t>in H-</a:t>
            </a:r>
            <a:r>
              <a:rPr lang="en-US" dirty="0" err="1">
                <a:solidFill>
                  <a:schemeClr val="bg1">
                    <a:lumMod val="65000"/>
                  </a:schemeClr>
                </a:solidFill>
              </a:rPr>
              <a:t>repr</a:t>
            </a:r>
            <a:endParaRPr lang="en-US" dirty="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195" name="Rectangle 194">
            <a:extLst>
              <a:ext uri="{FF2B5EF4-FFF2-40B4-BE49-F238E27FC236}">
                <a16:creationId xmlns:a16="http://schemas.microsoft.com/office/drawing/2014/main" id="{7499AFDE-B91D-B154-9AC1-B02212B550F2}"/>
              </a:ext>
            </a:extLst>
          </p:cNvPr>
          <p:cNvSpPr/>
          <p:nvPr/>
        </p:nvSpPr>
        <p:spPr>
          <a:xfrm>
            <a:off x="5239132" y="5657742"/>
            <a:ext cx="936110" cy="645356"/>
          </a:xfrm>
          <a:prstGeom prst="rect">
            <a:avLst/>
          </a:prstGeom>
          <a:noFill/>
          <a:ln w="28575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ysClr val="windowText" lastClr="000000"/>
                </a:solidFill>
                <a:latin typeface="American Typewriter" panose="02090604020004020304" pitchFamily="18" charset="77"/>
              </a:rPr>
              <a:t>plot</a:t>
            </a:r>
          </a:p>
        </p:txBody>
      </p:sp>
      <p:sp>
        <p:nvSpPr>
          <p:cNvPr id="196" name="Oval 195">
            <a:extLst>
              <a:ext uri="{FF2B5EF4-FFF2-40B4-BE49-F238E27FC236}">
                <a16:creationId xmlns:a16="http://schemas.microsoft.com/office/drawing/2014/main" id="{8CCD5D55-E1FE-0AC0-2A58-665B922BD1CC}"/>
              </a:ext>
            </a:extLst>
          </p:cNvPr>
          <p:cNvSpPr/>
          <p:nvPr/>
        </p:nvSpPr>
        <p:spPr>
          <a:xfrm>
            <a:off x="5617187" y="5122184"/>
            <a:ext cx="180000" cy="180000"/>
          </a:xfrm>
          <a:prstGeom prst="ellipse">
            <a:avLst/>
          </a:prstGeom>
          <a:solidFill>
            <a:schemeClr val="bg1">
              <a:lumMod val="8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97" name="Straight Connector 196">
            <a:extLst>
              <a:ext uri="{FF2B5EF4-FFF2-40B4-BE49-F238E27FC236}">
                <a16:creationId xmlns:a16="http://schemas.microsoft.com/office/drawing/2014/main" id="{4617EE24-3B10-3A07-B052-2E6B5E65BCD1}"/>
              </a:ext>
            </a:extLst>
          </p:cNvPr>
          <p:cNvCxnSpPr>
            <a:cxnSpLocks/>
            <a:stCxn id="195" idx="0"/>
            <a:endCxn id="196" idx="4"/>
          </p:cNvCxnSpPr>
          <p:nvPr/>
        </p:nvCxnSpPr>
        <p:spPr>
          <a:xfrm flipV="1">
            <a:off x="5707187" y="5302184"/>
            <a:ext cx="0" cy="355558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3" name="TextBox 202">
            <a:extLst>
              <a:ext uri="{FF2B5EF4-FFF2-40B4-BE49-F238E27FC236}">
                <a16:creationId xmlns:a16="http://schemas.microsoft.com/office/drawing/2014/main" id="{5AED5AD2-D450-690A-06F0-86322A15BF41}"/>
              </a:ext>
            </a:extLst>
          </p:cNvPr>
          <p:cNvSpPr txBox="1"/>
          <p:nvPr/>
        </p:nvSpPr>
        <p:spPr>
          <a:xfrm>
            <a:off x="4993180" y="6279850"/>
            <a:ext cx="137249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>
                <a:solidFill>
                  <a:schemeClr val="bg1">
                    <a:lumMod val="65000"/>
                  </a:schemeClr>
                </a:solidFill>
              </a:rPr>
              <a:t>only small n</a:t>
            </a:r>
          </a:p>
        </p:txBody>
      </p:sp>
      <p:cxnSp>
        <p:nvCxnSpPr>
          <p:cNvPr id="204" name="Straight Connector 203">
            <a:extLst>
              <a:ext uri="{FF2B5EF4-FFF2-40B4-BE49-F238E27FC236}">
                <a16:creationId xmlns:a16="http://schemas.microsoft.com/office/drawing/2014/main" id="{025C75C2-61B6-FCAA-E6F9-9FC1FC79274A}"/>
              </a:ext>
            </a:extLst>
          </p:cNvPr>
          <p:cNvCxnSpPr>
            <a:cxnSpLocks/>
            <a:stCxn id="196" idx="1"/>
            <a:endCxn id="9" idx="2"/>
          </p:cNvCxnSpPr>
          <p:nvPr/>
        </p:nvCxnSpPr>
        <p:spPr>
          <a:xfrm flipH="1" flipV="1">
            <a:off x="3729853" y="3751678"/>
            <a:ext cx="1913694" cy="1396866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7" name="Straight Connector 206">
            <a:extLst>
              <a:ext uri="{FF2B5EF4-FFF2-40B4-BE49-F238E27FC236}">
                <a16:creationId xmlns:a16="http://schemas.microsoft.com/office/drawing/2014/main" id="{CB4B5254-DC92-726E-1774-DA769EDAC46E}"/>
              </a:ext>
            </a:extLst>
          </p:cNvPr>
          <p:cNvCxnSpPr>
            <a:cxnSpLocks/>
            <a:stCxn id="196" idx="7"/>
            <a:endCxn id="13" idx="2"/>
          </p:cNvCxnSpPr>
          <p:nvPr/>
        </p:nvCxnSpPr>
        <p:spPr>
          <a:xfrm flipV="1">
            <a:off x="5770827" y="3751678"/>
            <a:ext cx="1896347" cy="1396866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0" name="Rectangle 209">
            <a:extLst>
              <a:ext uri="{FF2B5EF4-FFF2-40B4-BE49-F238E27FC236}">
                <a16:creationId xmlns:a16="http://schemas.microsoft.com/office/drawing/2014/main" id="{D60C64B6-37E8-F031-30AF-24E4D03095DE}"/>
              </a:ext>
            </a:extLst>
          </p:cNvPr>
          <p:cNvSpPr/>
          <p:nvPr/>
        </p:nvSpPr>
        <p:spPr>
          <a:xfrm>
            <a:off x="6580672" y="5352098"/>
            <a:ext cx="936110" cy="645356"/>
          </a:xfrm>
          <a:prstGeom prst="rect">
            <a:avLst/>
          </a:prstGeom>
          <a:noFill/>
          <a:ln w="28575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ysClr val="windowText" lastClr="000000"/>
                </a:solidFill>
                <a:latin typeface="American Typewriter" panose="02090604020004020304" pitchFamily="18" charset="77"/>
              </a:rPr>
              <a:t>graph</a:t>
            </a:r>
          </a:p>
        </p:txBody>
      </p:sp>
      <p:sp>
        <p:nvSpPr>
          <p:cNvPr id="211" name="Oval 210">
            <a:extLst>
              <a:ext uri="{FF2B5EF4-FFF2-40B4-BE49-F238E27FC236}">
                <a16:creationId xmlns:a16="http://schemas.microsoft.com/office/drawing/2014/main" id="{DE738979-F409-FDCA-8E9E-4A9A48F6E62C}"/>
              </a:ext>
            </a:extLst>
          </p:cNvPr>
          <p:cNvSpPr/>
          <p:nvPr/>
        </p:nvSpPr>
        <p:spPr>
          <a:xfrm>
            <a:off x="6968817" y="4762639"/>
            <a:ext cx="180000" cy="180000"/>
          </a:xfrm>
          <a:prstGeom prst="ellipse">
            <a:avLst/>
          </a:prstGeom>
          <a:solidFill>
            <a:schemeClr val="bg1">
              <a:lumMod val="8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12" name="Straight Connector 211">
            <a:extLst>
              <a:ext uri="{FF2B5EF4-FFF2-40B4-BE49-F238E27FC236}">
                <a16:creationId xmlns:a16="http://schemas.microsoft.com/office/drawing/2014/main" id="{F05FEE1D-83B4-C478-6A63-C8C89DF47188}"/>
              </a:ext>
            </a:extLst>
          </p:cNvPr>
          <p:cNvCxnSpPr>
            <a:cxnSpLocks/>
            <a:stCxn id="211" idx="1"/>
            <a:endCxn id="9" idx="2"/>
          </p:cNvCxnSpPr>
          <p:nvPr/>
        </p:nvCxnSpPr>
        <p:spPr>
          <a:xfrm flipH="1" flipV="1">
            <a:off x="3729853" y="3751678"/>
            <a:ext cx="3265324" cy="1037321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5" name="Straight Connector 214">
            <a:extLst>
              <a:ext uri="{FF2B5EF4-FFF2-40B4-BE49-F238E27FC236}">
                <a16:creationId xmlns:a16="http://schemas.microsoft.com/office/drawing/2014/main" id="{D49A8E96-2F17-ED32-EB5F-1327A4B98B61}"/>
              </a:ext>
            </a:extLst>
          </p:cNvPr>
          <p:cNvCxnSpPr>
            <a:cxnSpLocks/>
            <a:stCxn id="211" idx="7"/>
            <a:endCxn id="13" idx="2"/>
          </p:cNvCxnSpPr>
          <p:nvPr/>
        </p:nvCxnSpPr>
        <p:spPr>
          <a:xfrm flipV="1">
            <a:off x="7122457" y="3751678"/>
            <a:ext cx="544717" cy="1037321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8" name="Straight Connector 217">
            <a:extLst>
              <a:ext uri="{FF2B5EF4-FFF2-40B4-BE49-F238E27FC236}">
                <a16:creationId xmlns:a16="http://schemas.microsoft.com/office/drawing/2014/main" id="{944BE07B-C5B4-5EB9-A8FE-1D562ABA158A}"/>
              </a:ext>
            </a:extLst>
          </p:cNvPr>
          <p:cNvCxnSpPr>
            <a:cxnSpLocks/>
            <a:stCxn id="210" idx="0"/>
            <a:endCxn id="211" idx="4"/>
          </p:cNvCxnSpPr>
          <p:nvPr/>
        </p:nvCxnSpPr>
        <p:spPr>
          <a:xfrm flipV="1">
            <a:off x="7048727" y="4942639"/>
            <a:ext cx="10090" cy="409459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1" name="Rectangle 220">
            <a:extLst>
              <a:ext uri="{FF2B5EF4-FFF2-40B4-BE49-F238E27FC236}">
                <a16:creationId xmlns:a16="http://schemas.microsoft.com/office/drawing/2014/main" id="{2725616B-A739-645E-93C8-F901DD4EE32A}"/>
              </a:ext>
            </a:extLst>
          </p:cNvPr>
          <p:cNvSpPr/>
          <p:nvPr/>
        </p:nvSpPr>
        <p:spPr>
          <a:xfrm>
            <a:off x="11039205" y="1922429"/>
            <a:ext cx="669130" cy="645356"/>
          </a:xfrm>
          <a:prstGeom prst="rect">
            <a:avLst/>
          </a:prstGeom>
          <a:noFill/>
          <a:ln w="28575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ysClr val="windowText" lastClr="000000"/>
                </a:solidFill>
                <a:latin typeface="American Typewriter" panose="02090604020004020304" pitchFamily="18" charset="77"/>
              </a:rPr>
              <a:t>vol‎ </a:t>
            </a:r>
            <a:endParaRPr lang="en-US" dirty="0">
              <a:solidFill>
                <a:sysClr val="windowText" lastClr="000000"/>
              </a:solidFill>
              <a:highlight>
                <a:srgbClr val="008080"/>
              </a:highlight>
              <a:latin typeface="American Typewriter" panose="02090604020004020304" pitchFamily="18" charset="77"/>
            </a:endParaRPr>
          </a:p>
        </p:txBody>
      </p:sp>
      <p:sp>
        <p:nvSpPr>
          <p:cNvPr id="222" name="Rectangle 221">
            <a:extLst>
              <a:ext uri="{FF2B5EF4-FFF2-40B4-BE49-F238E27FC236}">
                <a16:creationId xmlns:a16="http://schemas.microsoft.com/office/drawing/2014/main" id="{9CA8752D-F086-D70F-B5E9-C0E2E6BF4CD6}"/>
              </a:ext>
            </a:extLst>
          </p:cNvPr>
          <p:cNvSpPr/>
          <p:nvPr/>
        </p:nvSpPr>
        <p:spPr>
          <a:xfrm>
            <a:off x="5673251" y="871793"/>
            <a:ext cx="1670576" cy="645356"/>
          </a:xfrm>
          <a:prstGeom prst="rect">
            <a:avLst/>
          </a:prstGeom>
          <a:noFill/>
          <a:ln w="28575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ysClr val="windowText" lastClr="000000"/>
                </a:solidFill>
                <a:latin typeface="American Typewriter" panose="02090604020004020304" pitchFamily="18" charset="77"/>
              </a:rPr>
              <a:t>is_bounded</a:t>
            </a:r>
            <a:r>
              <a:rPr lang="en-US" dirty="0">
                <a:solidFill>
                  <a:sysClr val="windowText" lastClr="000000"/>
                </a:solidFill>
                <a:latin typeface="American Typewriter" panose="02090604020004020304" pitchFamily="18" charset="77"/>
              </a:rPr>
              <a:t>‎ </a:t>
            </a:r>
            <a:endParaRPr lang="en-US" dirty="0">
              <a:solidFill>
                <a:sysClr val="windowText" lastClr="000000"/>
              </a:solidFill>
              <a:highlight>
                <a:srgbClr val="008080"/>
              </a:highlight>
              <a:latin typeface="American Typewriter" panose="02090604020004020304" pitchFamily="18" charset="77"/>
            </a:endParaRPr>
          </a:p>
        </p:txBody>
      </p:sp>
      <p:sp>
        <p:nvSpPr>
          <p:cNvPr id="223" name="Rectangle 222">
            <a:extLst>
              <a:ext uri="{FF2B5EF4-FFF2-40B4-BE49-F238E27FC236}">
                <a16:creationId xmlns:a16="http://schemas.microsoft.com/office/drawing/2014/main" id="{8735A55A-96DC-9AE9-9551-24787B6DF91D}"/>
              </a:ext>
            </a:extLst>
          </p:cNvPr>
          <p:cNvSpPr/>
          <p:nvPr/>
        </p:nvSpPr>
        <p:spPr>
          <a:xfrm>
            <a:off x="10314227" y="3644859"/>
            <a:ext cx="1228269" cy="645356"/>
          </a:xfrm>
          <a:prstGeom prst="rect">
            <a:avLst/>
          </a:prstGeom>
          <a:noFill/>
          <a:ln w="28575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ysClr val="windowText" lastClr="000000"/>
                </a:solidFill>
                <a:latin typeface="American Typewriter" panose="02090604020004020304" pitchFamily="18" charset="77"/>
              </a:rPr>
              <a:t>is_degen</a:t>
            </a:r>
            <a:r>
              <a:rPr lang="en-US" dirty="0">
                <a:solidFill>
                  <a:sysClr val="windowText" lastClr="000000"/>
                </a:solidFill>
                <a:latin typeface="American Typewriter" panose="02090604020004020304" pitchFamily="18" charset="77"/>
              </a:rPr>
              <a:t>‎ </a:t>
            </a:r>
            <a:endParaRPr lang="en-US" dirty="0">
              <a:solidFill>
                <a:sysClr val="windowText" lastClr="000000"/>
              </a:solidFill>
              <a:highlight>
                <a:srgbClr val="008080"/>
              </a:highlight>
              <a:latin typeface="American Typewriter" panose="02090604020004020304" pitchFamily="18" charset="77"/>
            </a:endParaRPr>
          </a:p>
        </p:txBody>
      </p:sp>
      <p:sp>
        <p:nvSpPr>
          <p:cNvPr id="225" name="Rectangle 224">
            <a:extLst>
              <a:ext uri="{FF2B5EF4-FFF2-40B4-BE49-F238E27FC236}">
                <a16:creationId xmlns:a16="http://schemas.microsoft.com/office/drawing/2014/main" id="{D8C4C5CC-C8D0-FEEB-EF4E-F3D6912CE537}"/>
              </a:ext>
            </a:extLst>
          </p:cNvPr>
          <p:cNvSpPr/>
          <p:nvPr/>
        </p:nvSpPr>
        <p:spPr>
          <a:xfrm>
            <a:off x="10415886" y="2782929"/>
            <a:ext cx="1438214" cy="645356"/>
          </a:xfrm>
          <a:prstGeom prst="rect">
            <a:avLst/>
          </a:prstGeom>
          <a:noFill/>
          <a:ln w="28575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ysClr val="windowText" lastClr="000000"/>
                </a:solidFill>
                <a:latin typeface="American Typewriter" panose="02090604020004020304" pitchFamily="18" charset="77"/>
              </a:rPr>
              <a:t>cart_prod</a:t>
            </a:r>
            <a:endParaRPr lang="en-US" dirty="0">
              <a:solidFill>
                <a:sysClr val="windowText" lastClr="000000"/>
              </a:solidFill>
              <a:latin typeface="American Typewriter" panose="02090604020004020304" pitchFamily="18" charset="77"/>
            </a:endParaRPr>
          </a:p>
          <a:p>
            <a:pPr algn="ctr"/>
            <a:r>
              <a:rPr lang="en-US" dirty="0">
                <a:solidFill>
                  <a:sysClr val="windowText" lastClr="000000"/>
                </a:solidFill>
                <a:highlight>
                  <a:srgbClr val="008080"/>
                </a:highlight>
                <a:latin typeface="American Typewriter" panose="02090604020004020304" pitchFamily="18" charset="77"/>
              </a:rPr>
              <a:t> ** </a:t>
            </a:r>
            <a:r>
              <a:rPr lang="en-US" dirty="0">
                <a:solidFill>
                  <a:sysClr val="windowText" lastClr="000000"/>
                </a:solidFill>
                <a:latin typeface="American Typewriter" panose="02090604020004020304" pitchFamily="18" charset="77"/>
              </a:rPr>
              <a:t>‎ </a:t>
            </a:r>
            <a:endParaRPr lang="en-US" dirty="0">
              <a:solidFill>
                <a:sysClr val="windowText" lastClr="000000"/>
              </a:solidFill>
              <a:highlight>
                <a:srgbClr val="008080"/>
              </a:highlight>
              <a:latin typeface="American Typewriter" panose="02090604020004020304" pitchFamily="18" charset="77"/>
            </a:endParaRPr>
          </a:p>
        </p:txBody>
      </p:sp>
      <p:sp>
        <p:nvSpPr>
          <p:cNvPr id="229" name="Rectangle 228">
            <a:extLst>
              <a:ext uri="{FF2B5EF4-FFF2-40B4-BE49-F238E27FC236}">
                <a16:creationId xmlns:a16="http://schemas.microsoft.com/office/drawing/2014/main" id="{C01524AB-A3B7-EE57-FFD5-3D00B7EFD02C}"/>
              </a:ext>
            </a:extLst>
          </p:cNvPr>
          <p:cNvSpPr/>
          <p:nvPr/>
        </p:nvSpPr>
        <p:spPr>
          <a:xfrm>
            <a:off x="10831595" y="4450462"/>
            <a:ext cx="932506" cy="645356"/>
          </a:xfrm>
          <a:prstGeom prst="rect">
            <a:avLst/>
          </a:prstGeom>
          <a:noFill/>
          <a:ln w="28575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ysClr val="windowText" lastClr="000000"/>
                </a:solidFill>
                <a:latin typeface="American Typewriter" panose="02090604020004020304" pitchFamily="18" charset="77"/>
              </a:rPr>
              <a:t>chebc</a:t>
            </a:r>
            <a:endParaRPr lang="en-US" dirty="0">
              <a:solidFill>
                <a:sysClr val="windowText" lastClr="000000"/>
              </a:solidFill>
              <a:highlight>
                <a:srgbClr val="008080"/>
              </a:highlight>
              <a:latin typeface="American Typewriter" panose="02090604020004020304" pitchFamily="18" charset="77"/>
            </a:endParaRPr>
          </a:p>
        </p:txBody>
      </p:sp>
      <p:cxnSp>
        <p:nvCxnSpPr>
          <p:cNvPr id="237" name="Straight Connector 236">
            <a:extLst>
              <a:ext uri="{FF2B5EF4-FFF2-40B4-BE49-F238E27FC236}">
                <a16:creationId xmlns:a16="http://schemas.microsoft.com/office/drawing/2014/main" id="{8F86FDF7-E78F-13FC-AB63-7CC5935D358A}"/>
              </a:ext>
            </a:extLst>
          </p:cNvPr>
          <p:cNvCxnSpPr>
            <a:cxnSpLocks/>
            <a:stCxn id="9" idx="0"/>
            <a:endCxn id="222" idx="2"/>
          </p:cNvCxnSpPr>
          <p:nvPr/>
        </p:nvCxnSpPr>
        <p:spPr>
          <a:xfrm flipV="1">
            <a:off x="3729853" y="1517149"/>
            <a:ext cx="2778686" cy="1589173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0" name="Rectangle 239">
            <a:extLst>
              <a:ext uri="{FF2B5EF4-FFF2-40B4-BE49-F238E27FC236}">
                <a16:creationId xmlns:a16="http://schemas.microsoft.com/office/drawing/2014/main" id="{592F093B-0447-E802-C3BC-E6820D8F6C81}"/>
              </a:ext>
            </a:extLst>
          </p:cNvPr>
          <p:cNvSpPr/>
          <p:nvPr/>
        </p:nvSpPr>
        <p:spPr>
          <a:xfrm>
            <a:off x="8764078" y="230692"/>
            <a:ext cx="358815" cy="358815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1" name="TextBox 240">
            <a:extLst>
              <a:ext uri="{FF2B5EF4-FFF2-40B4-BE49-F238E27FC236}">
                <a16:creationId xmlns:a16="http://schemas.microsoft.com/office/drawing/2014/main" id="{7733469D-2302-5931-7F23-7FC3C97CD279}"/>
              </a:ext>
            </a:extLst>
          </p:cNvPr>
          <p:cNvSpPr txBox="1"/>
          <p:nvPr/>
        </p:nvSpPr>
        <p:spPr>
          <a:xfrm>
            <a:off x="9296514" y="225434"/>
            <a:ext cx="75777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Trivial</a:t>
            </a:r>
          </a:p>
        </p:txBody>
      </p:sp>
      <p:cxnSp>
        <p:nvCxnSpPr>
          <p:cNvPr id="242" name="Straight Connector 241">
            <a:extLst>
              <a:ext uri="{FF2B5EF4-FFF2-40B4-BE49-F238E27FC236}">
                <a16:creationId xmlns:a16="http://schemas.microsoft.com/office/drawing/2014/main" id="{C3B619C8-10A3-798A-4D95-173D9C7228FB}"/>
              </a:ext>
            </a:extLst>
          </p:cNvPr>
          <p:cNvCxnSpPr>
            <a:cxnSpLocks/>
            <a:stCxn id="13" idx="0"/>
            <a:endCxn id="222" idx="2"/>
          </p:cNvCxnSpPr>
          <p:nvPr/>
        </p:nvCxnSpPr>
        <p:spPr>
          <a:xfrm flipH="1" flipV="1">
            <a:off x="6508539" y="1517149"/>
            <a:ext cx="1158635" cy="1589173"/>
          </a:xfrm>
          <a:prstGeom prst="line">
            <a:avLst/>
          </a:prstGeom>
          <a:ln w="28575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9" name="TextBox 248">
            <a:extLst>
              <a:ext uri="{FF2B5EF4-FFF2-40B4-BE49-F238E27FC236}">
                <a16:creationId xmlns:a16="http://schemas.microsoft.com/office/drawing/2014/main" id="{AA29ECC2-FF79-6644-B189-4FB9723AAFC7}"/>
              </a:ext>
            </a:extLst>
          </p:cNvPr>
          <p:cNvSpPr txBox="1"/>
          <p:nvPr/>
        </p:nvSpPr>
        <p:spPr>
          <a:xfrm>
            <a:off x="15635" y="6290327"/>
            <a:ext cx="202337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>
                <a:solidFill>
                  <a:schemeClr val="bg1">
                    <a:lumMod val="65000"/>
                  </a:schemeClr>
                </a:solidFill>
              </a:rPr>
              <a:t>rejection sampling</a:t>
            </a:r>
          </a:p>
        </p:txBody>
      </p:sp>
    </p:spTree>
    <p:extLst>
      <p:ext uri="{BB962C8B-B14F-4D97-AF65-F5344CB8AC3E}">
        <p14:creationId xmlns:p14="http://schemas.microsoft.com/office/powerpoint/2010/main" val="374536278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10566</TotalTime>
  <Words>965</Words>
  <Application>Microsoft Macintosh PowerPoint</Application>
  <PresentationFormat>Widescreen</PresentationFormat>
  <Paragraphs>192</Paragraphs>
  <Slides>17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2" baseType="lpstr">
      <vt:lpstr>American Typewriter</vt:lpstr>
      <vt:lpstr>Aptos</vt:lpstr>
      <vt:lpstr>Aptos Display</vt:lpstr>
      <vt:lpstr>Arial</vt:lpstr>
      <vt:lpstr>Office Theme</vt:lpstr>
      <vt:lpstr>…</vt:lpstr>
      <vt:lpstr>Features</vt:lpstr>
      <vt:lpstr>1. Numeric Type Emulation</vt:lpstr>
      <vt:lpstr>1. Numeric Type Emulation</vt:lpstr>
      <vt:lpstr>2. Visualization</vt:lpstr>
      <vt:lpstr>2. Visualization</vt:lpstr>
      <vt:lpstr>3. H-representation and V-representation</vt:lpstr>
      <vt:lpstr>4. Degeneracy</vt:lpstr>
      <vt:lpstr>5. Inter-object integration</vt:lpstr>
      <vt:lpstr>6. External libraries integration</vt:lpstr>
      <vt:lpstr>7. Lazy evaluation/loading</vt:lpstr>
      <vt:lpstr>Why am I seeking collaborators?</vt:lpstr>
      <vt:lpstr>What do you get in return?</vt:lpstr>
      <vt:lpstr>How much do I need to be involved?</vt:lpstr>
      <vt:lpstr>Initialization</vt:lpstr>
      <vt:lpstr>Optimization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Bart Wolleswinkel</dc:creator>
  <cp:lastModifiedBy>Bart Wolleswinkel</cp:lastModifiedBy>
  <cp:revision>1</cp:revision>
  <dcterms:created xsi:type="dcterms:W3CDTF">2025-12-26T12:43:44Z</dcterms:created>
  <dcterms:modified xsi:type="dcterms:W3CDTF">2026-01-25T21:04:47Z</dcterms:modified>
</cp:coreProperties>
</file>